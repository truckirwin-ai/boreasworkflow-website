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/>
    <p:restoredTop sz="94658"/>
  </p:normalViewPr>
  <p:slideViewPr>
    <p:cSldViewPr snapToGrid="0">
      <p:cViewPr varScale="1">
        <p:scale>
          <a:sx n="120" d="100"/>
          <a:sy n="120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28586-CC3D-A245-AD7D-93DB0C5C292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9AEB6-489F-C94A-8E50-C09A4683E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1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AEB6-489F-C94A-8E50-C09A4683E7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3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C977-E086-493D-4A0E-7979B4D2A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C7529-146E-100C-FDBD-28E0E0342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A5D30-51A4-3A36-CA00-75B2F7A5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F5190-8B82-680A-7DBF-E80A3359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A4FA-A1D1-19F3-FE50-0FAFBE88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1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EE8B-152E-338E-E630-916F9159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4848-9703-5C1A-2B7A-14450D555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C950D-ABC5-0ED3-EEFF-4A8668E8A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4C6BA-28B9-F171-2E20-1134A3BE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A20B2-AC38-C173-C80A-699ED9DD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9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5D6F-E681-1010-8005-87E5C2B8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FBD0E-C8D0-7A27-83CC-61A735C2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C72E-02F8-D7B0-4AD1-0EA265B4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75EC9-46D5-FDC9-FB7C-F4E19182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26C58-BD97-32CF-0D13-BCE604A1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6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9F92-87BF-370C-8DE6-D4BC201A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755E2-0FB3-9A91-5D05-66031B289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C1032-95DD-C61C-ABBB-182B95E0C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79A35-27A4-E36D-97D6-F4D2DED3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8C7C3-6388-C133-AA1F-DFB52E20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5047-A480-AD2C-C979-7662A74A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6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0149-5C6F-C659-A85F-220FEC57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7D43A-ACFB-89D6-0819-78672637D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08F8B-E2DE-C7B1-DD9B-561E784E0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0A317-6A64-C0A9-0045-AC8C47F91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18CA4-765F-7633-898B-33A259E55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4A4B8-05E4-EA2A-DCB7-1503A356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DFD4A-39FB-627C-B5C9-5EE5BA48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5BBDE3-447D-77AB-4BE1-BD3E1657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2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1A31-705A-CFF4-DF81-6FFE3722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4686D-9FE3-E5A1-78C7-EAA4D501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96795-6719-0A49-59F4-D2AD4DDD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10E40-4A7A-72E2-A34C-1C2DBBA3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6F6E3-E6BF-2F75-3A41-2C8F654F4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413F7-1D64-13D7-B945-A31F52BE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D92B-60DE-78D5-BEE3-4D109A30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8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B960-D8CA-152A-CA91-8EF968AD0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61D23-8B96-EF78-7F85-E2E09F12D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6B3CD-ACBC-1D2B-BA00-D622BE6DA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E912D-6A4D-127A-0038-D583040F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AEFC7-834E-261F-41D6-CBE00917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739E2-E921-B6FB-BA6E-E20CEF54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6E41-6787-67C2-982E-8B655090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44352-6D2C-8167-1541-A5644053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B7BFD-6457-597A-59E7-9416572B0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0058E-C00E-0B1C-9AE3-A0136F07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2B63E-11ED-33EB-18D4-4B3CE6F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CCBF3-15DD-4A05-55D1-71E65912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9259-CED7-4448-4261-2B608F68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FB966-A60F-5B6B-246F-07C871E92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B90BA-CB10-5720-3CAA-55334031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E4A90-7A2A-FF98-CE2D-692EAD49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44DB1-99E4-2CB5-303F-69220736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6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E08CD-5A4B-21C1-4ADC-97016DE58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2F14B-DC6D-B00F-2431-44FB14A80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14653-2FC3-01C9-8333-557161B6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AB05A-4F55-1CD9-492A-56E924E76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85A88-A17B-D4F2-0493-A10E3DCF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6AF55-3B34-63A5-568B-A55F0166D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DFB72-1AA6-454C-353F-B3060D9D1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B4893-99BE-59F4-55E8-CD9553010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67E20-3099-4647-9346-0CBF70DAB56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21FE8-ACF4-313D-DC82-911AD26A2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33842-9396-482E-71F0-49791A8A8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F21C5-788B-094F-A1BC-DC7CC093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8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E3D0AC4-B290-4F69-4482-97F39E8ACA06}"/>
              </a:ext>
            </a:extLst>
          </p:cNvPr>
          <p:cNvGrpSpPr/>
          <p:nvPr/>
        </p:nvGrpSpPr>
        <p:grpSpPr>
          <a:xfrm>
            <a:off x="1102124" y="339116"/>
            <a:ext cx="2992179" cy="3591176"/>
            <a:chOff x="3633376" y="-92172"/>
            <a:chExt cx="4830187" cy="57971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330681-6FC6-439A-5974-EE5B24CD37B9}"/>
                </a:ext>
              </a:extLst>
            </p:cNvPr>
            <p:cNvSpPr/>
            <p:nvPr/>
          </p:nvSpPr>
          <p:spPr>
            <a:xfrm rot="18900000">
              <a:off x="3873657" y="1092162"/>
              <a:ext cx="4589906" cy="45899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4B421B83-C5E9-4895-82C6-793C87D11059}"/>
                </a:ext>
              </a:extLst>
            </p:cNvPr>
            <p:cNvSpPr/>
            <p:nvPr/>
          </p:nvSpPr>
          <p:spPr>
            <a:xfrm rot="13500000">
              <a:off x="3873905" y="1134659"/>
              <a:ext cx="4570299" cy="4570299"/>
            </a:xfrm>
            <a:prstGeom prst="rtTriangl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E15EC85-7FD6-43EE-156B-9C587350D5DD}"/>
                </a:ext>
              </a:extLst>
            </p:cNvPr>
            <p:cNvSpPr/>
            <p:nvPr/>
          </p:nvSpPr>
          <p:spPr>
            <a:xfrm>
              <a:off x="3633376" y="1144514"/>
              <a:ext cx="3179356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E739F43-F960-F924-37C2-C566582429F0}"/>
                </a:ext>
              </a:extLst>
            </p:cNvPr>
            <p:cNvSpPr/>
            <p:nvPr/>
          </p:nvSpPr>
          <p:spPr>
            <a:xfrm flipH="1">
              <a:off x="4797924" y="-92172"/>
              <a:ext cx="3226490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CBAEDCA-BCDA-1736-FFC9-29C0FA0959CB}"/>
                </a:ext>
              </a:extLst>
            </p:cNvPr>
            <p:cNvSpPr/>
            <p:nvPr/>
          </p:nvSpPr>
          <p:spPr>
            <a:xfrm>
              <a:off x="4893487" y="2366875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45CB685-EE40-0D56-260C-5ABE36F7C29A}"/>
                </a:ext>
              </a:extLst>
            </p:cNvPr>
            <p:cNvSpPr/>
            <p:nvPr/>
          </p:nvSpPr>
          <p:spPr>
            <a:xfrm rot="11861324">
              <a:off x="5191556" y="1459934"/>
              <a:ext cx="357210" cy="50282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D242C2D-5E96-0061-229F-2A21694C0B8E}"/>
                </a:ext>
              </a:extLst>
            </p:cNvPr>
            <p:cNvSpPr/>
            <p:nvPr/>
          </p:nvSpPr>
          <p:spPr>
            <a:xfrm>
              <a:off x="4956607" y="2815868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0EBD477-5EAE-49DA-CDB4-7E7033AC9C46}"/>
                </a:ext>
              </a:extLst>
            </p:cNvPr>
            <p:cNvSpPr/>
            <p:nvPr/>
          </p:nvSpPr>
          <p:spPr>
            <a:xfrm rot="8892483">
              <a:off x="5285711" y="2250032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ight Triangle 26">
              <a:extLst>
                <a:ext uri="{FF2B5EF4-FFF2-40B4-BE49-F238E27FC236}">
                  <a16:creationId xmlns:a16="http://schemas.microsoft.com/office/drawing/2014/main" id="{240328A8-A540-EAD8-D8C6-3B42B50B6845}"/>
                </a:ext>
              </a:extLst>
            </p:cNvPr>
            <p:cNvSpPr/>
            <p:nvPr/>
          </p:nvSpPr>
          <p:spPr>
            <a:xfrm rot="13500000">
              <a:off x="3873904" y="1069270"/>
              <a:ext cx="4570299" cy="4570299"/>
            </a:xfrm>
            <a:prstGeom prst="rtTriangle">
              <a:avLst/>
            </a:prstGeom>
            <a:solidFill>
              <a:srgbClr val="163E64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D96AEE-1F5A-62DB-557C-313828F2D485}"/>
                </a:ext>
              </a:extLst>
            </p:cNvPr>
            <p:cNvSpPr/>
            <p:nvPr/>
          </p:nvSpPr>
          <p:spPr>
            <a:xfrm rot="18900000">
              <a:off x="3864103" y="1092161"/>
              <a:ext cx="4589906" cy="4589906"/>
            </a:xfrm>
            <a:prstGeom prst="rect">
              <a:avLst/>
            </a:prstGeom>
            <a:no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755C8EA-D244-FE41-DD43-2484891266B8}"/>
                </a:ext>
              </a:extLst>
            </p:cNvPr>
            <p:cNvGrpSpPr/>
            <p:nvPr/>
          </p:nvGrpSpPr>
          <p:grpSpPr>
            <a:xfrm rot="7648227">
              <a:off x="6798341" y="1003962"/>
              <a:ext cx="518669" cy="1286279"/>
              <a:chOff x="9813051" y="1447959"/>
              <a:chExt cx="698452" cy="1995215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E087D46-9E20-3F01-A188-B97E4D66D349}"/>
                  </a:ext>
                </a:extLst>
              </p:cNvPr>
              <p:cNvSpPr/>
              <p:nvPr/>
            </p:nvSpPr>
            <p:spPr>
              <a:xfrm>
                <a:off x="9813051" y="254578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4575774-E206-E0B3-B67F-272698CAB336}"/>
                  </a:ext>
                </a:extLst>
              </p:cNvPr>
              <p:cNvSpPr/>
              <p:nvPr/>
            </p:nvSpPr>
            <p:spPr>
              <a:xfrm rot="11861324">
                <a:off x="9819520" y="1447959"/>
                <a:ext cx="357209" cy="471007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575B6AC-595D-05BE-7205-B0FE5A8EB9D2}"/>
                  </a:ext>
                </a:extLst>
              </p:cNvPr>
              <p:cNvSpPr/>
              <p:nvPr/>
            </p:nvSpPr>
            <p:spPr>
              <a:xfrm>
                <a:off x="10032213" y="312222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3EFD951-D8B8-4145-F014-0B2FA45219CB}"/>
                  </a:ext>
                </a:extLst>
              </p:cNvPr>
              <p:cNvSpPr/>
              <p:nvPr/>
            </p:nvSpPr>
            <p:spPr>
              <a:xfrm rot="8892483">
                <a:off x="10245056" y="2625654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EE56495-01DE-2E0B-7BC8-7BB50716B26F}"/>
                </a:ext>
              </a:extLst>
            </p:cNvPr>
            <p:cNvSpPr/>
            <p:nvPr/>
          </p:nvSpPr>
          <p:spPr>
            <a:xfrm rot="16918365">
              <a:off x="6606966" y="2333425"/>
              <a:ext cx="265263" cy="324164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EE9EAF7-3BD1-E35C-EF34-A2147D9FA5AC}"/>
              </a:ext>
            </a:extLst>
          </p:cNvPr>
          <p:cNvGrpSpPr/>
          <p:nvPr/>
        </p:nvGrpSpPr>
        <p:grpSpPr>
          <a:xfrm>
            <a:off x="5174378" y="4403939"/>
            <a:ext cx="6457761" cy="1563564"/>
            <a:chOff x="5089531" y="3936159"/>
            <a:chExt cx="6457761" cy="15635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50FC59-8A19-6ACC-5D01-50CEA7DBD46E}"/>
                </a:ext>
              </a:extLst>
            </p:cNvPr>
            <p:cNvGrpSpPr/>
            <p:nvPr/>
          </p:nvGrpSpPr>
          <p:grpSpPr>
            <a:xfrm>
              <a:off x="5089531" y="3936159"/>
              <a:ext cx="1302767" cy="1563564"/>
              <a:chOff x="3633376" y="-92172"/>
              <a:chExt cx="4830187" cy="579713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7286ED6-493A-176C-E627-0302E6A4416C}"/>
                  </a:ext>
                </a:extLst>
              </p:cNvPr>
              <p:cNvSpPr/>
              <p:nvPr/>
            </p:nvSpPr>
            <p:spPr>
              <a:xfrm rot="18900000">
                <a:off x="3873657" y="1092162"/>
                <a:ext cx="4589906" cy="458990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ight Triangle 38">
                <a:extLst>
                  <a:ext uri="{FF2B5EF4-FFF2-40B4-BE49-F238E27FC236}">
                    <a16:creationId xmlns:a16="http://schemas.microsoft.com/office/drawing/2014/main" id="{ACD82031-C2BA-F480-30E3-69FBCBA4D861}"/>
                  </a:ext>
                </a:extLst>
              </p:cNvPr>
              <p:cNvSpPr/>
              <p:nvPr/>
            </p:nvSpPr>
            <p:spPr>
              <a:xfrm rot="13500000">
                <a:off x="3873905" y="1134659"/>
                <a:ext cx="4570299" cy="4570299"/>
              </a:xfrm>
              <a:prstGeom prst="rtTriangl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BADECAED-B471-C06F-77A4-CD8BBB2762B8}"/>
                  </a:ext>
                </a:extLst>
              </p:cNvPr>
              <p:cNvSpPr/>
              <p:nvPr/>
            </p:nvSpPr>
            <p:spPr>
              <a:xfrm>
                <a:off x="3633376" y="1144514"/>
                <a:ext cx="3179356" cy="3342708"/>
              </a:xfrm>
              <a:custGeom>
                <a:avLst/>
                <a:gdLst>
                  <a:gd name="csX0" fmla="*/ 211947 w 3179356"/>
                  <a:gd name="csY0" fmla="*/ 1356461 h 3342708"/>
                  <a:gd name="csX1" fmla="*/ 0 w 3179356"/>
                  <a:gd name="csY1" fmla="*/ 1907523 h 3342708"/>
                  <a:gd name="csX2" fmla="*/ 157446 w 3179356"/>
                  <a:gd name="csY2" fmla="*/ 2089192 h 3342708"/>
                  <a:gd name="csX3" fmla="*/ 865955 w 3179356"/>
                  <a:gd name="csY3" fmla="*/ 1713743 h 3342708"/>
                  <a:gd name="csX4" fmla="*/ 1047624 w 3179356"/>
                  <a:gd name="csY4" fmla="*/ 2143693 h 3342708"/>
                  <a:gd name="csX5" fmla="*/ 678230 w 3179356"/>
                  <a:gd name="csY5" fmla="*/ 2779534 h 3342708"/>
                  <a:gd name="csX6" fmla="*/ 763009 w 3179356"/>
                  <a:gd name="csY6" fmla="*/ 2821923 h 3342708"/>
                  <a:gd name="csX7" fmla="*/ 835677 w 3179356"/>
                  <a:gd name="csY7" fmla="*/ 2834035 h 3342708"/>
                  <a:gd name="csX8" fmla="*/ 1065791 w 3179356"/>
                  <a:gd name="csY8" fmla="*/ 2894591 h 3342708"/>
                  <a:gd name="csX9" fmla="*/ 1138458 w 3179356"/>
                  <a:gd name="csY9" fmla="*/ 2912758 h 3342708"/>
                  <a:gd name="csX10" fmla="*/ 1168736 w 3179356"/>
                  <a:gd name="csY10" fmla="*/ 2918814 h 3342708"/>
                  <a:gd name="csX11" fmla="*/ 1186903 w 3179356"/>
                  <a:gd name="csY11" fmla="*/ 2924869 h 3342708"/>
                  <a:gd name="csX12" fmla="*/ 1211126 w 3179356"/>
                  <a:gd name="csY12" fmla="*/ 2930925 h 3342708"/>
                  <a:gd name="csX13" fmla="*/ 1368572 w 3179356"/>
                  <a:gd name="csY13" fmla="*/ 3330596 h 3342708"/>
                  <a:gd name="csX14" fmla="*/ 1501796 w 3179356"/>
                  <a:gd name="csY14" fmla="*/ 3342708 h 3342708"/>
                  <a:gd name="csX15" fmla="*/ 1562352 w 3179356"/>
                  <a:gd name="csY15" fmla="*/ 3318485 h 3342708"/>
                  <a:gd name="csX16" fmla="*/ 1592630 w 3179356"/>
                  <a:gd name="csY16" fmla="*/ 3288207 h 3342708"/>
                  <a:gd name="csX17" fmla="*/ 1604742 w 3179356"/>
                  <a:gd name="csY17" fmla="*/ 3282151 h 3342708"/>
                  <a:gd name="csX18" fmla="*/ 2192138 w 3179356"/>
                  <a:gd name="csY18" fmla="*/ 2985425 h 3342708"/>
                  <a:gd name="csX19" fmla="*/ 2507030 w 3179356"/>
                  <a:gd name="csY19" fmla="*/ 2519142 h 3342708"/>
                  <a:gd name="csX20" fmla="*/ 2434363 w 3179356"/>
                  <a:gd name="csY20" fmla="*/ 2488864 h 3342708"/>
                  <a:gd name="csX21" fmla="*/ 2355640 w 3179356"/>
                  <a:gd name="csY21" fmla="*/ 2325362 h 3342708"/>
                  <a:gd name="csX22" fmla="*/ 2343528 w 3179356"/>
                  <a:gd name="csY22" fmla="*/ 2216361 h 3342708"/>
                  <a:gd name="csX23" fmla="*/ 2337473 w 3179356"/>
                  <a:gd name="csY23" fmla="*/ 2192138 h 3342708"/>
                  <a:gd name="csX24" fmla="*/ 2307195 w 3179356"/>
                  <a:gd name="csY24" fmla="*/ 2119470 h 3342708"/>
                  <a:gd name="csX25" fmla="*/ 2246638 w 3179356"/>
                  <a:gd name="csY25" fmla="*/ 2028636 h 3342708"/>
                  <a:gd name="csX26" fmla="*/ 2210305 w 3179356"/>
                  <a:gd name="csY26" fmla="*/ 1974135 h 3342708"/>
                  <a:gd name="csX27" fmla="*/ 2761367 w 3179356"/>
                  <a:gd name="csY27" fmla="*/ 1931746 h 3342708"/>
                  <a:gd name="csX28" fmla="*/ 2803756 w 3179356"/>
                  <a:gd name="csY28" fmla="*/ 1901468 h 3342708"/>
                  <a:gd name="csX29" fmla="*/ 2827979 w 3179356"/>
                  <a:gd name="csY29" fmla="*/ 1877245 h 3342708"/>
                  <a:gd name="csX30" fmla="*/ 2846146 w 3179356"/>
                  <a:gd name="csY30" fmla="*/ 1871190 h 3342708"/>
                  <a:gd name="csX31" fmla="*/ 3161038 w 3179356"/>
                  <a:gd name="csY31" fmla="*/ 1374628 h 3342708"/>
                  <a:gd name="csX32" fmla="*/ 3179205 w 3179356"/>
                  <a:gd name="csY32" fmla="*/ 1314072 h 3342708"/>
                  <a:gd name="csX33" fmla="*/ 3154983 w 3179356"/>
                  <a:gd name="csY33" fmla="*/ 1301961 h 3342708"/>
                  <a:gd name="csX34" fmla="*/ 2864313 w 3179356"/>
                  <a:gd name="csY34" fmla="*/ 1344350 h 3342708"/>
                  <a:gd name="csX35" fmla="*/ 1574464 w 3179356"/>
                  <a:gd name="csY35" fmla="*/ 0 h 3342708"/>
                  <a:gd name="csX36" fmla="*/ 211947 w 3179356"/>
                  <a:gd name="csY36" fmla="*/ 1356461 h 33427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3179356" h="3342708">
                    <a:moveTo>
                      <a:pt x="211947" y="1356461"/>
                    </a:moveTo>
                    <a:lnTo>
                      <a:pt x="0" y="1907523"/>
                    </a:lnTo>
                    <a:lnTo>
                      <a:pt x="157446" y="2089192"/>
                    </a:lnTo>
                    <a:lnTo>
                      <a:pt x="865955" y="1713743"/>
                    </a:lnTo>
                    <a:lnTo>
                      <a:pt x="1047624" y="2143693"/>
                    </a:lnTo>
                    <a:lnTo>
                      <a:pt x="678230" y="2779534"/>
                    </a:lnTo>
                    <a:cubicBezTo>
                      <a:pt x="736036" y="2818072"/>
                      <a:pt x="713800" y="2813239"/>
                      <a:pt x="763009" y="2821923"/>
                    </a:cubicBezTo>
                    <a:lnTo>
                      <a:pt x="835677" y="2834035"/>
                    </a:lnTo>
                    <a:lnTo>
                      <a:pt x="1065791" y="2894591"/>
                    </a:lnTo>
                    <a:lnTo>
                      <a:pt x="1138458" y="2912758"/>
                    </a:lnTo>
                    <a:cubicBezTo>
                      <a:pt x="1148477" y="2915115"/>
                      <a:pt x="1158751" y="2916318"/>
                      <a:pt x="1168736" y="2918814"/>
                    </a:cubicBezTo>
                    <a:cubicBezTo>
                      <a:pt x="1174929" y="2920362"/>
                      <a:pt x="1180765" y="2923115"/>
                      <a:pt x="1186903" y="2924869"/>
                    </a:cubicBezTo>
                    <a:cubicBezTo>
                      <a:pt x="1194906" y="2927155"/>
                      <a:pt x="1211126" y="2930925"/>
                      <a:pt x="1211126" y="2930925"/>
                    </a:cubicBezTo>
                    <a:lnTo>
                      <a:pt x="1368572" y="3330596"/>
                    </a:lnTo>
                    <a:lnTo>
                      <a:pt x="1501796" y="3342708"/>
                    </a:lnTo>
                    <a:cubicBezTo>
                      <a:pt x="1521981" y="3334634"/>
                      <a:pt x="1543710" y="3329670"/>
                      <a:pt x="1562352" y="3318485"/>
                    </a:cubicBezTo>
                    <a:cubicBezTo>
                      <a:pt x="1574591" y="3311141"/>
                      <a:pt x="1581793" y="3297496"/>
                      <a:pt x="1592630" y="3288207"/>
                    </a:cubicBezTo>
                    <a:cubicBezTo>
                      <a:pt x="1596057" y="3285269"/>
                      <a:pt x="1600705" y="3284170"/>
                      <a:pt x="1604742" y="3282151"/>
                    </a:cubicBezTo>
                    <a:lnTo>
                      <a:pt x="2192138" y="2985425"/>
                    </a:lnTo>
                    <a:lnTo>
                      <a:pt x="2507030" y="2519142"/>
                    </a:lnTo>
                    <a:cubicBezTo>
                      <a:pt x="2442283" y="2493243"/>
                      <a:pt x="2465919" y="2504641"/>
                      <a:pt x="2434363" y="2488864"/>
                    </a:cubicBezTo>
                    <a:lnTo>
                      <a:pt x="2355640" y="2325362"/>
                    </a:lnTo>
                    <a:cubicBezTo>
                      <a:pt x="2351603" y="2289028"/>
                      <a:pt x="2352393" y="2251827"/>
                      <a:pt x="2343528" y="2216361"/>
                    </a:cubicBezTo>
                    <a:cubicBezTo>
                      <a:pt x="2341510" y="2208287"/>
                      <a:pt x="2340395" y="2199931"/>
                      <a:pt x="2337473" y="2192138"/>
                    </a:cubicBezTo>
                    <a:cubicBezTo>
                      <a:pt x="2328259" y="2167568"/>
                      <a:pt x="2318930" y="2142941"/>
                      <a:pt x="2307195" y="2119470"/>
                    </a:cubicBezTo>
                    <a:cubicBezTo>
                      <a:pt x="2265186" y="2035451"/>
                      <a:pt x="2285031" y="2084093"/>
                      <a:pt x="2246638" y="2028636"/>
                    </a:cubicBezTo>
                    <a:cubicBezTo>
                      <a:pt x="2203714" y="1966636"/>
                      <a:pt x="2231493" y="1995327"/>
                      <a:pt x="2210305" y="1974135"/>
                    </a:cubicBezTo>
                    <a:lnTo>
                      <a:pt x="2761367" y="1931746"/>
                    </a:lnTo>
                    <a:cubicBezTo>
                      <a:pt x="2775497" y="1921653"/>
                      <a:pt x="2790317" y="1912464"/>
                      <a:pt x="2803756" y="1901468"/>
                    </a:cubicBezTo>
                    <a:cubicBezTo>
                      <a:pt x="2812594" y="1894237"/>
                      <a:pt x="2817146" y="1880856"/>
                      <a:pt x="2827979" y="1877245"/>
                    </a:cubicBezTo>
                    <a:lnTo>
                      <a:pt x="2846146" y="1871190"/>
                    </a:lnTo>
                    <a:lnTo>
                      <a:pt x="3161038" y="1374628"/>
                    </a:lnTo>
                    <a:cubicBezTo>
                      <a:pt x="3167094" y="1354443"/>
                      <a:pt x="3180955" y="1335073"/>
                      <a:pt x="3179205" y="1314072"/>
                    </a:cubicBezTo>
                    <a:cubicBezTo>
                      <a:pt x="3178455" y="1305076"/>
                      <a:pt x="3154983" y="1301961"/>
                      <a:pt x="3154983" y="1301961"/>
                    </a:cubicBezTo>
                    <a:lnTo>
                      <a:pt x="2864313" y="1344350"/>
                    </a:lnTo>
                    <a:lnTo>
                      <a:pt x="1574464" y="0"/>
                    </a:lnTo>
                    <a:lnTo>
                      <a:pt x="211947" y="135646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87BFA30-72E5-9479-0741-B4C90DD0AC9D}"/>
                  </a:ext>
                </a:extLst>
              </p:cNvPr>
              <p:cNvSpPr/>
              <p:nvPr/>
            </p:nvSpPr>
            <p:spPr>
              <a:xfrm flipH="1">
                <a:off x="4797924" y="-92172"/>
                <a:ext cx="3226490" cy="3342708"/>
              </a:xfrm>
              <a:custGeom>
                <a:avLst/>
                <a:gdLst>
                  <a:gd name="csX0" fmla="*/ 211947 w 3179356"/>
                  <a:gd name="csY0" fmla="*/ 1356461 h 3342708"/>
                  <a:gd name="csX1" fmla="*/ 0 w 3179356"/>
                  <a:gd name="csY1" fmla="*/ 1907523 h 3342708"/>
                  <a:gd name="csX2" fmla="*/ 157446 w 3179356"/>
                  <a:gd name="csY2" fmla="*/ 2089192 h 3342708"/>
                  <a:gd name="csX3" fmla="*/ 865955 w 3179356"/>
                  <a:gd name="csY3" fmla="*/ 1713743 h 3342708"/>
                  <a:gd name="csX4" fmla="*/ 1047624 w 3179356"/>
                  <a:gd name="csY4" fmla="*/ 2143693 h 3342708"/>
                  <a:gd name="csX5" fmla="*/ 678230 w 3179356"/>
                  <a:gd name="csY5" fmla="*/ 2779534 h 3342708"/>
                  <a:gd name="csX6" fmla="*/ 763009 w 3179356"/>
                  <a:gd name="csY6" fmla="*/ 2821923 h 3342708"/>
                  <a:gd name="csX7" fmla="*/ 835677 w 3179356"/>
                  <a:gd name="csY7" fmla="*/ 2834035 h 3342708"/>
                  <a:gd name="csX8" fmla="*/ 1065791 w 3179356"/>
                  <a:gd name="csY8" fmla="*/ 2894591 h 3342708"/>
                  <a:gd name="csX9" fmla="*/ 1138458 w 3179356"/>
                  <a:gd name="csY9" fmla="*/ 2912758 h 3342708"/>
                  <a:gd name="csX10" fmla="*/ 1168736 w 3179356"/>
                  <a:gd name="csY10" fmla="*/ 2918814 h 3342708"/>
                  <a:gd name="csX11" fmla="*/ 1186903 w 3179356"/>
                  <a:gd name="csY11" fmla="*/ 2924869 h 3342708"/>
                  <a:gd name="csX12" fmla="*/ 1211126 w 3179356"/>
                  <a:gd name="csY12" fmla="*/ 2930925 h 3342708"/>
                  <a:gd name="csX13" fmla="*/ 1368572 w 3179356"/>
                  <a:gd name="csY13" fmla="*/ 3330596 h 3342708"/>
                  <a:gd name="csX14" fmla="*/ 1501796 w 3179356"/>
                  <a:gd name="csY14" fmla="*/ 3342708 h 3342708"/>
                  <a:gd name="csX15" fmla="*/ 1562352 w 3179356"/>
                  <a:gd name="csY15" fmla="*/ 3318485 h 3342708"/>
                  <a:gd name="csX16" fmla="*/ 1592630 w 3179356"/>
                  <a:gd name="csY16" fmla="*/ 3288207 h 3342708"/>
                  <a:gd name="csX17" fmla="*/ 1604742 w 3179356"/>
                  <a:gd name="csY17" fmla="*/ 3282151 h 3342708"/>
                  <a:gd name="csX18" fmla="*/ 2192138 w 3179356"/>
                  <a:gd name="csY18" fmla="*/ 2985425 h 3342708"/>
                  <a:gd name="csX19" fmla="*/ 2507030 w 3179356"/>
                  <a:gd name="csY19" fmla="*/ 2519142 h 3342708"/>
                  <a:gd name="csX20" fmla="*/ 2434363 w 3179356"/>
                  <a:gd name="csY20" fmla="*/ 2488864 h 3342708"/>
                  <a:gd name="csX21" fmla="*/ 2355640 w 3179356"/>
                  <a:gd name="csY21" fmla="*/ 2325362 h 3342708"/>
                  <a:gd name="csX22" fmla="*/ 2343528 w 3179356"/>
                  <a:gd name="csY22" fmla="*/ 2216361 h 3342708"/>
                  <a:gd name="csX23" fmla="*/ 2337473 w 3179356"/>
                  <a:gd name="csY23" fmla="*/ 2192138 h 3342708"/>
                  <a:gd name="csX24" fmla="*/ 2307195 w 3179356"/>
                  <a:gd name="csY24" fmla="*/ 2119470 h 3342708"/>
                  <a:gd name="csX25" fmla="*/ 2246638 w 3179356"/>
                  <a:gd name="csY25" fmla="*/ 2028636 h 3342708"/>
                  <a:gd name="csX26" fmla="*/ 2210305 w 3179356"/>
                  <a:gd name="csY26" fmla="*/ 1974135 h 3342708"/>
                  <a:gd name="csX27" fmla="*/ 2761367 w 3179356"/>
                  <a:gd name="csY27" fmla="*/ 1931746 h 3342708"/>
                  <a:gd name="csX28" fmla="*/ 2803756 w 3179356"/>
                  <a:gd name="csY28" fmla="*/ 1901468 h 3342708"/>
                  <a:gd name="csX29" fmla="*/ 2827979 w 3179356"/>
                  <a:gd name="csY29" fmla="*/ 1877245 h 3342708"/>
                  <a:gd name="csX30" fmla="*/ 2846146 w 3179356"/>
                  <a:gd name="csY30" fmla="*/ 1871190 h 3342708"/>
                  <a:gd name="csX31" fmla="*/ 3161038 w 3179356"/>
                  <a:gd name="csY31" fmla="*/ 1374628 h 3342708"/>
                  <a:gd name="csX32" fmla="*/ 3179205 w 3179356"/>
                  <a:gd name="csY32" fmla="*/ 1314072 h 3342708"/>
                  <a:gd name="csX33" fmla="*/ 3154983 w 3179356"/>
                  <a:gd name="csY33" fmla="*/ 1301961 h 3342708"/>
                  <a:gd name="csX34" fmla="*/ 2864313 w 3179356"/>
                  <a:gd name="csY34" fmla="*/ 1344350 h 3342708"/>
                  <a:gd name="csX35" fmla="*/ 1574464 w 3179356"/>
                  <a:gd name="csY35" fmla="*/ 0 h 3342708"/>
                  <a:gd name="csX36" fmla="*/ 211947 w 3179356"/>
                  <a:gd name="csY36" fmla="*/ 1356461 h 33427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3179356" h="3342708">
                    <a:moveTo>
                      <a:pt x="211947" y="1356461"/>
                    </a:moveTo>
                    <a:lnTo>
                      <a:pt x="0" y="1907523"/>
                    </a:lnTo>
                    <a:lnTo>
                      <a:pt x="157446" y="2089192"/>
                    </a:lnTo>
                    <a:lnTo>
                      <a:pt x="865955" y="1713743"/>
                    </a:lnTo>
                    <a:lnTo>
                      <a:pt x="1047624" y="2143693"/>
                    </a:lnTo>
                    <a:lnTo>
                      <a:pt x="678230" y="2779534"/>
                    </a:lnTo>
                    <a:cubicBezTo>
                      <a:pt x="736036" y="2818072"/>
                      <a:pt x="713800" y="2813239"/>
                      <a:pt x="763009" y="2821923"/>
                    </a:cubicBezTo>
                    <a:lnTo>
                      <a:pt x="835677" y="2834035"/>
                    </a:lnTo>
                    <a:lnTo>
                      <a:pt x="1065791" y="2894591"/>
                    </a:lnTo>
                    <a:lnTo>
                      <a:pt x="1138458" y="2912758"/>
                    </a:lnTo>
                    <a:cubicBezTo>
                      <a:pt x="1148477" y="2915115"/>
                      <a:pt x="1158751" y="2916318"/>
                      <a:pt x="1168736" y="2918814"/>
                    </a:cubicBezTo>
                    <a:cubicBezTo>
                      <a:pt x="1174929" y="2920362"/>
                      <a:pt x="1180765" y="2923115"/>
                      <a:pt x="1186903" y="2924869"/>
                    </a:cubicBezTo>
                    <a:cubicBezTo>
                      <a:pt x="1194906" y="2927155"/>
                      <a:pt x="1211126" y="2930925"/>
                      <a:pt x="1211126" y="2930925"/>
                    </a:cubicBezTo>
                    <a:lnTo>
                      <a:pt x="1368572" y="3330596"/>
                    </a:lnTo>
                    <a:lnTo>
                      <a:pt x="1501796" y="3342708"/>
                    </a:lnTo>
                    <a:cubicBezTo>
                      <a:pt x="1521981" y="3334634"/>
                      <a:pt x="1543710" y="3329670"/>
                      <a:pt x="1562352" y="3318485"/>
                    </a:cubicBezTo>
                    <a:cubicBezTo>
                      <a:pt x="1574591" y="3311141"/>
                      <a:pt x="1581793" y="3297496"/>
                      <a:pt x="1592630" y="3288207"/>
                    </a:cubicBezTo>
                    <a:cubicBezTo>
                      <a:pt x="1596057" y="3285269"/>
                      <a:pt x="1600705" y="3284170"/>
                      <a:pt x="1604742" y="3282151"/>
                    </a:cubicBezTo>
                    <a:lnTo>
                      <a:pt x="2192138" y="2985425"/>
                    </a:lnTo>
                    <a:lnTo>
                      <a:pt x="2507030" y="2519142"/>
                    </a:lnTo>
                    <a:cubicBezTo>
                      <a:pt x="2442283" y="2493243"/>
                      <a:pt x="2465919" y="2504641"/>
                      <a:pt x="2434363" y="2488864"/>
                    </a:cubicBezTo>
                    <a:lnTo>
                      <a:pt x="2355640" y="2325362"/>
                    </a:lnTo>
                    <a:cubicBezTo>
                      <a:pt x="2351603" y="2289028"/>
                      <a:pt x="2352393" y="2251827"/>
                      <a:pt x="2343528" y="2216361"/>
                    </a:cubicBezTo>
                    <a:cubicBezTo>
                      <a:pt x="2341510" y="2208287"/>
                      <a:pt x="2340395" y="2199931"/>
                      <a:pt x="2337473" y="2192138"/>
                    </a:cubicBezTo>
                    <a:cubicBezTo>
                      <a:pt x="2328259" y="2167568"/>
                      <a:pt x="2318930" y="2142941"/>
                      <a:pt x="2307195" y="2119470"/>
                    </a:cubicBezTo>
                    <a:cubicBezTo>
                      <a:pt x="2265186" y="2035451"/>
                      <a:pt x="2285031" y="2084093"/>
                      <a:pt x="2246638" y="2028636"/>
                    </a:cubicBezTo>
                    <a:cubicBezTo>
                      <a:pt x="2203714" y="1966636"/>
                      <a:pt x="2231493" y="1995327"/>
                      <a:pt x="2210305" y="1974135"/>
                    </a:cubicBezTo>
                    <a:lnTo>
                      <a:pt x="2761367" y="1931746"/>
                    </a:lnTo>
                    <a:cubicBezTo>
                      <a:pt x="2775497" y="1921653"/>
                      <a:pt x="2790317" y="1912464"/>
                      <a:pt x="2803756" y="1901468"/>
                    </a:cubicBezTo>
                    <a:cubicBezTo>
                      <a:pt x="2812594" y="1894237"/>
                      <a:pt x="2817146" y="1880856"/>
                      <a:pt x="2827979" y="1877245"/>
                    </a:cubicBezTo>
                    <a:lnTo>
                      <a:pt x="2846146" y="1871190"/>
                    </a:lnTo>
                    <a:lnTo>
                      <a:pt x="3161038" y="1374628"/>
                    </a:lnTo>
                    <a:cubicBezTo>
                      <a:pt x="3167094" y="1354443"/>
                      <a:pt x="3180955" y="1335073"/>
                      <a:pt x="3179205" y="1314072"/>
                    </a:cubicBezTo>
                    <a:cubicBezTo>
                      <a:pt x="3178455" y="1305076"/>
                      <a:pt x="3154983" y="1301961"/>
                      <a:pt x="3154983" y="1301961"/>
                    </a:cubicBezTo>
                    <a:lnTo>
                      <a:pt x="2864313" y="1344350"/>
                    </a:lnTo>
                    <a:lnTo>
                      <a:pt x="1574464" y="0"/>
                    </a:lnTo>
                    <a:lnTo>
                      <a:pt x="211947" y="135646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CF372A4-5FE7-473A-CF28-86B3AB94220E}"/>
                  </a:ext>
                </a:extLst>
              </p:cNvPr>
              <p:cNvSpPr/>
              <p:nvPr/>
            </p:nvSpPr>
            <p:spPr>
              <a:xfrm>
                <a:off x="4893487" y="2366875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BD74586B-B0DF-A9E5-D24A-2F36E19AA8DD}"/>
                  </a:ext>
                </a:extLst>
              </p:cNvPr>
              <p:cNvSpPr/>
              <p:nvPr/>
            </p:nvSpPr>
            <p:spPr>
              <a:xfrm rot="11861324">
                <a:off x="5191556" y="1459934"/>
                <a:ext cx="357210" cy="50282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E50CD772-BA2E-7400-B8FF-46CB37B2B4C5}"/>
                  </a:ext>
                </a:extLst>
              </p:cNvPr>
              <p:cNvSpPr/>
              <p:nvPr/>
            </p:nvSpPr>
            <p:spPr>
              <a:xfrm>
                <a:off x="4956607" y="2815868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F58CA41-6162-A175-3F5D-0370836DAC14}"/>
                  </a:ext>
                </a:extLst>
              </p:cNvPr>
              <p:cNvSpPr/>
              <p:nvPr/>
            </p:nvSpPr>
            <p:spPr>
              <a:xfrm rot="8892483">
                <a:off x="5285711" y="2250032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6D3489A8-96C0-D67D-4C00-9C6F7E58594F}"/>
                  </a:ext>
                </a:extLst>
              </p:cNvPr>
              <p:cNvSpPr/>
              <p:nvPr/>
            </p:nvSpPr>
            <p:spPr>
              <a:xfrm rot="13500000">
                <a:off x="3873904" y="1069270"/>
                <a:ext cx="4570299" cy="4570299"/>
              </a:xfrm>
              <a:prstGeom prst="rtTriangle">
                <a:avLst/>
              </a:prstGeom>
              <a:solidFill>
                <a:srgbClr val="163E64">
                  <a:alpha val="3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3E976D2-EBA5-8894-840B-51828EC446AD}"/>
                  </a:ext>
                </a:extLst>
              </p:cNvPr>
              <p:cNvSpPr/>
              <p:nvPr/>
            </p:nvSpPr>
            <p:spPr>
              <a:xfrm rot="18900000">
                <a:off x="3864103" y="1092161"/>
                <a:ext cx="4589906" cy="4589906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F444CC6-00B8-087C-CDE4-31389A6A9EEB}"/>
                  </a:ext>
                </a:extLst>
              </p:cNvPr>
              <p:cNvGrpSpPr/>
              <p:nvPr/>
            </p:nvGrpSpPr>
            <p:grpSpPr>
              <a:xfrm rot="7648227">
                <a:off x="6798341" y="1003962"/>
                <a:ext cx="518669" cy="1286279"/>
                <a:chOff x="9813051" y="1447959"/>
                <a:chExt cx="698452" cy="1995215"/>
              </a:xfrm>
              <a:solidFill>
                <a:schemeClr val="accent1">
                  <a:lumMod val="75000"/>
                </a:schemeClr>
              </a:solidFill>
            </p:grpSpPr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36817B8E-9D60-53C0-B7B7-BF19C7F10E0D}"/>
                    </a:ext>
                  </a:extLst>
                </p:cNvPr>
                <p:cNvSpPr/>
                <p:nvPr/>
              </p:nvSpPr>
              <p:spPr>
                <a:xfrm>
                  <a:off x="9813051" y="2545786"/>
                  <a:ext cx="266447" cy="320948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64CF1172-DCDA-B159-B169-21A8B92187CD}"/>
                    </a:ext>
                  </a:extLst>
                </p:cNvPr>
                <p:cNvSpPr/>
                <p:nvPr/>
              </p:nvSpPr>
              <p:spPr>
                <a:xfrm rot="11861324">
                  <a:off x="9819520" y="1447959"/>
                  <a:ext cx="357209" cy="471007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5ADD80A4-AF5B-F4AA-1125-B79238A74D26}"/>
                    </a:ext>
                  </a:extLst>
                </p:cNvPr>
                <p:cNvSpPr/>
                <p:nvPr/>
              </p:nvSpPr>
              <p:spPr>
                <a:xfrm>
                  <a:off x="10032213" y="3122226"/>
                  <a:ext cx="266447" cy="320948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32FE9AB3-02AC-A468-3E07-6BB25E9A5930}"/>
                    </a:ext>
                  </a:extLst>
                </p:cNvPr>
                <p:cNvSpPr/>
                <p:nvPr/>
              </p:nvSpPr>
              <p:spPr>
                <a:xfrm rot="8892483">
                  <a:off x="10245056" y="2625654"/>
                  <a:ext cx="266447" cy="320948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42D7BD3-E648-792E-3131-0D5A9123206E}"/>
                  </a:ext>
                </a:extLst>
              </p:cNvPr>
              <p:cNvSpPr/>
              <p:nvPr/>
            </p:nvSpPr>
            <p:spPr>
              <a:xfrm rot="16918365">
                <a:off x="6606966" y="2333425"/>
                <a:ext cx="265263" cy="324164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AC2A3E4-CDF8-C5EE-CB2E-9DA5ABA0D7DD}"/>
                </a:ext>
              </a:extLst>
            </p:cNvPr>
            <p:cNvSpPr txBox="1"/>
            <p:nvPr/>
          </p:nvSpPr>
          <p:spPr>
            <a:xfrm>
              <a:off x="6808494" y="4501833"/>
              <a:ext cx="473879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1">
                      <a:lumMod val="75000"/>
                    </a:schemeClr>
                  </a:solidFill>
                  <a:latin typeface="Gurmukhi MN" panose="02020600050405020304" pitchFamily="18" charset="0"/>
                  <a:cs typeface="Gurmukhi MN" panose="02020600050405020304" pitchFamily="18" charset="0"/>
                </a:rPr>
                <a:t>Boreas Workflow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ACF5B99-E521-5293-9A1E-3805A639E814}"/>
              </a:ext>
            </a:extLst>
          </p:cNvPr>
          <p:cNvGrpSpPr/>
          <p:nvPr/>
        </p:nvGrpSpPr>
        <p:grpSpPr>
          <a:xfrm>
            <a:off x="5990987" y="901848"/>
            <a:ext cx="1302767" cy="1563564"/>
            <a:chOff x="3633376" y="-92172"/>
            <a:chExt cx="4830187" cy="579713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A2A6BCD-9DAD-3435-26D0-6D0B9B194893}"/>
                </a:ext>
              </a:extLst>
            </p:cNvPr>
            <p:cNvSpPr/>
            <p:nvPr/>
          </p:nvSpPr>
          <p:spPr>
            <a:xfrm rot="18900000">
              <a:off x="3873657" y="1092162"/>
              <a:ext cx="4589906" cy="45899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ight Triangle 57">
              <a:extLst>
                <a:ext uri="{FF2B5EF4-FFF2-40B4-BE49-F238E27FC236}">
                  <a16:creationId xmlns:a16="http://schemas.microsoft.com/office/drawing/2014/main" id="{292B06C9-1F20-85FE-1D3D-7F838672E7E8}"/>
                </a:ext>
              </a:extLst>
            </p:cNvPr>
            <p:cNvSpPr/>
            <p:nvPr/>
          </p:nvSpPr>
          <p:spPr>
            <a:xfrm rot="13500000">
              <a:off x="3873905" y="1134659"/>
              <a:ext cx="4570299" cy="4570299"/>
            </a:xfrm>
            <a:prstGeom prst="rtTriangl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70D0D0E-40B1-A51D-B0A7-2030A4BC39DE}"/>
                </a:ext>
              </a:extLst>
            </p:cNvPr>
            <p:cNvSpPr/>
            <p:nvPr/>
          </p:nvSpPr>
          <p:spPr>
            <a:xfrm>
              <a:off x="3633376" y="1144514"/>
              <a:ext cx="3179356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8DCE2BA-BA19-5385-7C76-9A11F60F774F}"/>
                </a:ext>
              </a:extLst>
            </p:cNvPr>
            <p:cNvSpPr/>
            <p:nvPr/>
          </p:nvSpPr>
          <p:spPr>
            <a:xfrm flipH="1">
              <a:off x="4797924" y="-92172"/>
              <a:ext cx="3226490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2CB0CCE-715E-BF0B-82FF-82AC09E78D6E}"/>
                </a:ext>
              </a:extLst>
            </p:cNvPr>
            <p:cNvSpPr/>
            <p:nvPr/>
          </p:nvSpPr>
          <p:spPr>
            <a:xfrm>
              <a:off x="4893487" y="2366875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55322BD-A018-5517-467B-3B6D2125ABDA}"/>
                </a:ext>
              </a:extLst>
            </p:cNvPr>
            <p:cNvSpPr/>
            <p:nvPr/>
          </p:nvSpPr>
          <p:spPr>
            <a:xfrm rot="11861324">
              <a:off x="5191556" y="1459934"/>
              <a:ext cx="357210" cy="50282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0C93709-96E1-0F74-5FFE-42048A720E57}"/>
                </a:ext>
              </a:extLst>
            </p:cNvPr>
            <p:cNvSpPr/>
            <p:nvPr/>
          </p:nvSpPr>
          <p:spPr>
            <a:xfrm>
              <a:off x="4956607" y="2815868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6E57412-FFD4-A0B8-9855-9EA917CF6348}"/>
                </a:ext>
              </a:extLst>
            </p:cNvPr>
            <p:cNvSpPr/>
            <p:nvPr/>
          </p:nvSpPr>
          <p:spPr>
            <a:xfrm rot="8892483">
              <a:off x="5285711" y="2250032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ight Triangle 64">
              <a:extLst>
                <a:ext uri="{FF2B5EF4-FFF2-40B4-BE49-F238E27FC236}">
                  <a16:creationId xmlns:a16="http://schemas.microsoft.com/office/drawing/2014/main" id="{EF929700-B8C0-75C5-3F71-C87D6CB669B5}"/>
                </a:ext>
              </a:extLst>
            </p:cNvPr>
            <p:cNvSpPr/>
            <p:nvPr/>
          </p:nvSpPr>
          <p:spPr>
            <a:xfrm rot="13500000">
              <a:off x="3873904" y="1069270"/>
              <a:ext cx="4570299" cy="4570299"/>
            </a:xfrm>
            <a:prstGeom prst="rtTriangle">
              <a:avLst/>
            </a:prstGeom>
            <a:solidFill>
              <a:srgbClr val="163E64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304922F-32DB-A4C8-FC61-E1637E46DDFB}"/>
                </a:ext>
              </a:extLst>
            </p:cNvPr>
            <p:cNvSpPr/>
            <p:nvPr/>
          </p:nvSpPr>
          <p:spPr>
            <a:xfrm rot="18900000">
              <a:off x="3864103" y="1092161"/>
              <a:ext cx="4589906" cy="458990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20BDCD-C828-0663-296E-D1EAFE8A3EA4}"/>
                </a:ext>
              </a:extLst>
            </p:cNvPr>
            <p:cNvGrpSpPr/>
            <p:nvPr/>
          </p:nvGrpSpPr>
          <p:grpSpPr>
            <a:xfrm rot="7648227">
              <a:off x="6798341" y="1003962"/>
              <a:ext cx="518669" cy="1286279"/>
              <a:chOff x="9813051" y="1447959"/>
              <a:chExt cx="698452" cy="1995215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7EDDEF51-1178-F337-430E-F3FDC047B482}"/>
                  </a:ext>
                </a:extLst>
              </p:cNvPr>
              <p:cNvSpPr/>
              <p:nvPr/>
            </p:nvSpPr>
            <p:spPr>
              <a:xfrm>
                <a:off x="9813051" y="254578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4021B4BD-1605-1EA6-9202-6B5414320D9E}"/>
                  </a:ext>
                </a:extLst>
              </p:cNvPr>
              <p:cNvSpPr/>
              <p:nvPr/>
            </p:nvSpPr>
            <p:spPr>
              <a:xfrm rot="11861324">
                <a:off x="9819520" y="1447959"/>
                <a:ext cx="357209" cy="471007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B11CF5E2-FAD2-B6A6-876E-F082AAF5223A}"/>
                  </a:ext>
                </a:extLst>
              </p:cNvPr>
              <p:cNvSpPr/>
              <p:nvPr/>
            </p:nvSpPr>
            <p:spPr>
              <a:xfrm>
                <a:off x="10032213" y="312222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90B09CCA-0DDD-C4AC-4E2C-4509C3C16F40}"/>
                  </a:ext>
                </a:extLst>
              </p:cNvPr>
              <p:cNvSpPr/>
              <p:nvPr/>
            </p:nvSpPr>
            <p:spPr>
              <a:xfrm rot="8892483">
                <a:off x="10245056" y="2625654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1F927B9-6EA5-A28E-6B81-F94B4463DF8C}"/>
                </a:ext>
              </a:extLst>
            </p:cNvPr>
            <p:cNvSpPr/>
            <p:nvPr/>
          </p:nvSpPr>
          <p:spPr>
            <a:xfrm rot="16918365">
              <a:off x="6606966" y="2333425"/>
              <a:ext cx="265263" cy="324164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559A1E7-67D4-F26A-879D-DB56917465AB}"/>
              </a:ext>
            </a:extLst>
          </p:cNvPr>
          <p:cNvGrpSpPr/>
          <p:nvPr/>
        </p:nvGrpSpPr>
        <p:grpSpPr>
          <a:xfrm>
            <a:off x="8094809" y="1301949"/>
            <a:ext cx="751194" cy="901573"/>
            <a:chOff x="3633376" y="-92172"/>
            <a:chExt cx="4830187" cy="579713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C554804-DEE8-1081-E3B5-2342657E777D}"/>
                </a:ext>
              </a:extLst>
            </p:cNvPr>
            <p:cNvSpPr/>
            <p:nvPr/>
          </p:nvSpPr>
          <p:spPr>
            <a:xfrm rot="18900000">
              <a:off x="3873657" y="1092162"/>
              <a:ext cx="4589906" cy="45899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ight Triangle 74">
              <a:extLst>
                <a:ext uri="{FF2B5EF4-FFF2-40B4-BE49-F238E27FC236}">
                  <a16:creationId xmlns:a16="http://schemas.microsoft.com/office/drawing/2014/main" id="{ABAFC4B5-4453-0F6B-1DD1-F7F7CC210A5E}"/>
                </a:ext>
              </a:extLst>
            </p:cNvPr>
            <p:cNvSpPr/>
            <p:nvPr/>
          </p:nvSpPr>
          <p:spPr>
            <a:xfrm rot="13500000">
              <a:off x="3873905" y="1134659"/>
              <a:ext cx="4570299" cy="4570299"/>
            </a:xfrm>
            <a:prstGeom prst="rtTriangl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B5B5396-9FCA-9A6E-4112-FCB2DC15C3B3}"/>
                </a:ext>
              </a:extLst>
            </p:cNvPr>
            <p:cNvSpPr/>
            <p:nvPr/>
          </p:nvSpPr>
          <p:spPr>
            <a:xfrm>
              <a:off x="3633376" y="1144514"/>
              <a:ext cx="3179356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46BD790-7343-A9D6-F689-FC0879B88740}"/>
                </a:ext>
              </a:extLst>
            </p:cNvPr>
            <p:cNvSpPr/>
            <p:nvPr/>
          </p:nvSpPr>
          <p:spPr>
            <a:xfrm flipH="1">
              <a:off x="4797924" y="-92172"/>
              <a:ext cx="3226490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325954E-5003-EC4F-90C4-66F876F5F545}"/>
                </a:ext>
              </a:extLst>
            </p:cNvPr>
            <p:cNvSpPr/>
            <p:nvPr/>
          </p:nvSpPr>
          <p:spPr>
            <a:xfrm>
              <a:off x="4893487" y="2366875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C9527176-065D-0114-7523-551D9E34E69F}"/>
                </a:ext>
              </a:extLst>
            </p:cNvPr>
            <p:cNvSpPr/>
            <p:nvPr/>
          </p:nvSpPr>
          <p:spPr>
            <a:xfrm rot="11861324">
              <a:off x="5191556" y="1459934"/>
              <a:ext cx="357210" cy="50282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818A524-E146-E160-B186-1A557CD69005}"/>
                </a:ext>
              </a:extLst>
            </p:cNvPr>
            <p:cNvSpPr/>
            <p:nvPr/>
          </p:nvSpPr>
          <p:spPr>
            <a:xfrm>
              <a:off x="4956607" y="2815868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FDD30C93-5529-A6DD-84EC-D3E048887FCF}"/>
                </a:ext>
              </a:extLst>
            </p:cNvPr>
            <p:cNvSpPr/>
            <p:nvPr/>
          </p:nvSpPr>
          <p:spPr>
            <a:xfrm rot="8892483">
              <a:off x="5285711" y="2250032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ight Triangle 81">
              <a:extLst>
                <a:ext uri="{FF2B5EF4-FFF2-40B4-BE49-F238E27FC236}">
                  <a16:creationId xmlns:a16="http://schemas.microsoft.com/office/drawing/2014/main" id="{C55715EF-4D5B-87D3-DB94-598F62F77320}"/>
                </a:ext>
              </a:extLst>
            </p:cNvPr>
            <p:cNvSpPr/>
            <p:nvPr/>
          </p:nvSpPr>
          <p:spPr>
            <a:xfrm rot="13500000">
              <a:off x="3873904" y="1069270"/>
              <a:ext cx="4570299" cy="4570299"/>
            </a:xfrm>
            <a:prstGeom prst="rtTriangle">
              <a:avLst/>
            </a:prstGeom>
            <a:solidFill>
              <a:srgbClr val="163E64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67DBB00-963F-256A-8575-7F9348DD5D6F}"/>
                </a:ext>
              </a:extLst>
            </p:cNvPr>
            <p:cNvSpPr/>
            <p:nvPr/>
          </p:nvSpPr>
          <p:spPr>
            <a:xfrm rot="18900000">
              <a:off x="3864103" y="1092161"/>
              <a:ext cx="4589906" cy="458990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F39FDB5-4A91-E0E3-3C91-6A04A564BB89}"/>
                </a:ext>
              </a:extLst>
            </p:cNvPr>
            <p:cNvGrpSpPr/>
            <p:nvPr/>
          </p:nvGrpSpPr>
          <p:grpSpPr>
            <a:xfrm rot="7648227">
              <a:off x="6798341" y="1003962"/>
              <a:ext cx="518669" cy="1286279"/>
              <a:chOff x="9813051" y="1447959"/>
              <a:chExt cx="698452" cy="1995215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7DA64D87-E15B-E73F-5728-EFD8BC49AB88}"/>
                  </a:ext>
                </a:extLst>
              </p:cNvPr>
              <p:cNvSpPr/>
              <p:nvPr/>
            </p:nvSpPr>
            <p:spPr>
              <a:xfrm>
                <a:off x="9813051" y="254578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5374C002-978F-DDDE-4D4B-37C109E58D73}"/>
                  </a:ext>
                </a:extLst>
              </p:cNvPr>
              <p:cNvSpPr/>
              <p:nvPr/>
            </p:nvSpPr>
            <p:spPr>
              <a:xfrm rot="11861324">
                <a:off x="9819520" y="1447959"/>
                <a:ext cx="357209" cy="471007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705B4666-DE15-AFF0-0F75-4BEEB148A7CB}"/>
                  </a:ext>
                </a:extLst>
              </p:cNvPr>
              <p:cNvSpPr/>
              <p:nvPr/>
            </p:nvSpPr>
            <p:spPr>
              <a:xfrm>
                <a:off x="10032213" y="312222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B1C19007-8A9F-365B-6E45-0C643530D74A}"/>
                  </a:ext>
                </a:extLst>
              </p:cNvPr>
              <p:cNvSpPr/>
              <p:nvPr/>
            </p:nvSpPr>
            <p:spPr>
              <a:xfrm rot="8892483">
                <a:off x="10245056" y="2625654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A8838EB-4AA9-8287-0679-C35910491195}"/>
                </a:ext>
              </a:extLst>
            </p:cNvPr>
            <p:cNvSpPr/>
            <p:nvPr/>
          </p:nvSpPr>
          <p:spPr>
            <a:xfrm rot="16918365">
              <a:off x="6606966" y="2333425"/>
              <a:ext cx="265263" cy="324164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776DB6B-6007-DE88-6626-265CE46A476B}"/>
              </a:ext>
            </a:extLst>
          </p:cNvPr>
          <p:cNvGrpSpPr/>
          <p:nvPr/>
        </p:nvGrpSpPr>
        <p:grpSpPr>
          <a:xfrm>
            <a:off x="9254391" y="1582433"/>
            <a:ext cx="341345" cy="409678"/>
            <a:chOff x="3633376" y="-92172"/>
            <a:chExt cx="4830187" cy="579713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4568B3D-AD3D-9FDD-C453-7C9C34D0C45B}"/>
                </a:ext>
              </a:extLst>
            </p:cNvPr>
            <p:cNvSpPr/>
            <p:nvPr/>
          </p:nvSpPr>
          <p:spPr>
            <a:xfrm rot="18900000">
              <a:off x="3873657" y="1092162"/>
              <a:ext cx="4589906" cy="45899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ight Triangle 91">
              <a:extLst>
                <a:ext uri="{FF2B5EF4-FFF2-40B4-BE49-F238E27FC236}">
                  <a16:creationId xmlns:a16="http://schemas.microsoft.com/office/drawing/2014/main" id="{E233DD48-6DED-2A26-C637-C5B6A506C416}"/>
                </a:ext>
              </a:extLst>
            </p:cNvPr>
            <p:cNvSpPr/>
            <p:nvPr/>
          </p:nvSpPr>
          <p:spPr>
            <a:xfrm rot="13500000">
              <a:off x="3873905" y="1134659"/>
              <a:ext cx="4570299" cy="4570299"/>
            </a:xfrm>
            <a:prstGeom prst="rtTriangl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F16812D-6E3B-9F8F-297F-0A349ED35BA5}"/>
                </a:ext>
              </a:extLst>
            </p:cNvPr>
            <p:cNvSpPr/>
            <p:nvPr/>
          </p:nvSpPr>
          <p:spPr>
            <a:xfrm>
              <a:off x="3633376" y="1144514"/>
              <a:ext cx="3179356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0971240-80C9-2D7F-1F9F-7DDD8081D169}"/>
                </a:ext>
              </a:extLst>
            </p:cNvPr>
            <p:cNvSpPr/>
            <p:nvPr/>
          </p:nvSpPr>
          <p:spPr>
            <a:xfrm flipH="1">
              <a:off x="4797924" y="-92172"/>
              <a:ext cx="3226490" cy="3342708"/>
            </a:xfrm>
            <a:custGeom>
              <a:avLst/>
              <a:gdLst>
                <a:gd name="csX0" fmla="*/ 211947 w 3179356"/>
                <a:gd name="csY0" fmla="*/ 1356461 h 3342708"/>
                <a:gd name="csX1" fmla="*/ 0 w 3179356"/>
                <a:gd name="csY1" fmla="*/ 1907523 h 3342708"/>
                <a:gd name="csX2" fmla="*/ 157446 w 3179356"/>
                <a:gd name="csY2" fmla="*/ 2089192 h 3342708"/>
                <a:gd name="csX3" fmla="*/ 865955 w 3179356"/>
                <a:gd name="csY3" fmla="*/ 1713743 h 3342708"/>
                <a:gd name="csX4" fmla="*/ 1047624 w 3179356"/>
                <a:gd name="csY4" fmla="*/ 2143693 h 3342708"/>
                <a:gd name="csX5" fmla="*/ 678230 w 3179356"/>
                <a:gd name="csY5" fmla="*/ 2779534 h 3342708"/>
                <a:gd name="csX6" fmla="*/ 763009 w 3179356"/>
                <a:gd name="csY6" fmla="*/ 2821923 h 3342708"/>
                <a:gd name="csX7" fmla="*/ 835677 w 3179356"/>
                <a:gd name="csY7" fmla="*/ 2834035 h 3342708"/>
                <a:gd name="csX8" fmla="*/ 1065791 w 3179356"/>
                <a:gd name="csY8" fmla="*/ 2894591 h 3342708"/>
                <a:gd name="csX9" fmla="*/ 1138458 w 3179356"/>
                <a:gd name="csY9" fmla="*/ 2912758 h 3342708"/>
                <a:gd name="csX10" fmla="*/ 1168736 w 3179356"/>
                <a:gd name="csY10" fmla="*/ 2918814 h 3342708"/>
                <a:gd name="csX11" fmla="*/ 1186903 w 3179356"/>
                <a:gd name="csY11" fmla="*/ 2924869 h 3342708"/>
                <a:gd name="csX12" fmla="*/ 1211126 w 3179356"/>
                <a:gd name="csY12" fmla="*/ 2930925 h 3342708"/>
                <a:gd name="csX13" fmla="*/ 1368572 w 3179356"/>
                <a:gd name="csY13" fmla="*/ 3330596 h 3342708"/>
                <a:gd name="csX14" fmla="*/ 1501796 w 3179356"/>
                <a:gd name="csY14" fmla="*/ 3342708 h 3342708"/>
                <a:gd name="csX15" fmla="*/ 1562352 w 3179356"/>
                <a:gd name="csY15" fmla="*/ 3318485 h 3342708"/>
                <a:gd name="csX16" fmla="*/ 1592630 w 3179356"/>
                <a:gd name="csY16" fmla="*/ 3288207 h 3342708"/>
                <a:gd name="csX17" fmla="*/ 1604742 w 3179356"/>
                <a:gd name="csY17" fmla="*/ 3282151 h 3342708"/>
                <a:gd name="csX18" fmla="*/ 2192138 w 3179356"/>
                <a:gd name="csY18" fmla="*/ 2985425 h 3342708"/>
                <a:gd name="csX19" fmla="*/ 2507030 w 3179356"/>
                <a:gd name="csY19" fmla="*/ 2519142 h 3342708"/>
                <a:gd name="csX20" fmla="*/ 2434363 w 3179356"/>
                <a:gd name="csY20" fmla="*/ 2488864 h 3342708"/>
                <a:gd name="csX21" fmla="*/ 2355640 w 3179356"/>
                <a:gd name="csY21" fmla="*/ 2325362 h 3342708"/>
                <a:gd name="csX22" fmla="*/ 2343528 w 3179356"/>
                <a:gd name="csY22" fmla="*/ 2216361 h 3342708"/>
                <a:gd name="csX23" fmla="*/ 2337473 w 3179356"/>
                <a:gd name="csY23" fmla="*/ 2192138 h 3342708"/>
                <a:gd name="csX24" fmla="*/ 2307195 w 3179356"/>
                <a:gd name="csY24" fmla="*/ 2119470 h 3342708"/>
                <a:gd name="csX25" fmla="*/ 2246638 w 3179356"/>
                <a:gd name="csY25" fmla="*/ 2028636 h 3342708"/>
                <a:gd name="csX26" fmla="*/ 2210305 w 3179356"/>
                <a:gd name="csY26" fmla="*/ 1974135 h 3342708"/>
                <a:gd name="csX27" fmla="*/ 2761367 w 3179356"/>
                <a:gd name="csY27" fmla="*/ 1931746 h 3342708"/>
                <a:gd name="csX28" fmla="*/ 2803756 w 3179356"/>
                <a:gd name="csY28" fmla="*/ 1901468 h 3342708"/>
                <a:gd name="csX29" fmla="*/ 2827979 w 3179356"/>
                <a:gd name="csY29" fmla="*/ 1877245 h 3342708"/>
                <a:gd name="csX30" fmla="*/ 2846146 w 3179356"/>
                <a:gd name="csY30" fmla="*/ 1871190 h 3342708"/>
                <a:gd name="csX31" fmla="*/ 3161038 w 3179356"/>
                <a:gd name="csY31" fmla="*/ 1374628 h 3342708"/>
                <a:gd name="csX32" fmla="*/ 3179205 w 3179356"/>
                <a:gd name="csY32" fmla="*/ 1314072 h 3342708"/>
                <a:gd name="csX33" fmla="*/ 3154983 w 3179356"/>
                <a:gd name="csY33" fmla="*/ 1301961 h 3342708"/>
                <a:gd name="csX34" fmla="*/ 2864313 w 3179356"/>
                <a:gd name="csY34" fmla="*/ 1344350 h 3342708"/>
                <a:gd name="csX35" fmla="*/ 1574464 w 3179356"/>
                <a:gd name="csY35" fmla="*/ 0 h 3342708"/>
                <a:gd name="csX36" fmla="*/ 211947 w 3179356"/>
                <a:gd name="csY36" fmla="*/ 1356461 h 334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79356" h="3342708">
                  <a:moveTo>
                    <a:pt x="211947" y="1356461"/>
                  </a:moveTo>
                  <a:lnTo>
                    <a:pt x="0" y="1907523"/>
                  </a:lnTo>
                  <a:lnTo>
                    <a:pt x="157446" y="2089192"/>
                  </a:lnTo>
                  <a:lnTo>
                    <a:pt x="865955" y="1713743"/>
                  </a:lnTo>
                  <a:lnTo>
                    <a:pt x="1047624" y="2143693"/>
                  </a:lnTo>
                  <a:lnTo>
                    <a:pt x="678230" y="2779534"/>
                  </a:lnTo>
                  <a:cubicBezTo>
                    <a:pt x="736036" y="2818072"/>
                    <a:pt x="713800" y="2813239"/>
                    <a:pt x="763009" y="2821923"/>
                  </a:cubicBezTo>
                  <a:lnTo>
                    <a:pt x="835677" y="2834035"/>
                  </a:lnTo>
                  <a:lnTo>
                    <a:pt x="1065791" y="2894591"/>
                  </a:lnTo>
                  <a:lnTo>
                    <a:pt x="1138458" y="2912758"/>
                  </a:lnTo>
                  <a:cubicBezTo>
                    <a:pt x="1148477" y="2915115"/>
                    <a:pt x="1158751" y="2916318"/>
                    <a:pt x="1168736" y="2918814"/>
                  </a:cubicBezTo>
                  <a:cubicBezTo>
                    <a:pt x="1174929" y="2920362"/>
                    <a:pt x="1180765" y="2923115"/>
                    <a:pt x="1186903" y="2924869"/>
                  </a:cubicBezTo>
                  <a:cubicBezTo>
                    <a:pt x="1194906" y="2927155"/>
                    <a:pt x="1211126" y="2930925"/>
                    <a:pt x="1211126" y="2930925"/>
                  </a:cubicBezTo>
                  <a:lnTo>
                    <a:pt x="1368572" y="3330596"/>
                  </a:lnTo>
                  <a:lnTo>
                    <a:pt x="1501796" y="3342708"/>
                  </a:lnTo>
                  <a:cubicBezTo>
                    <a:pt x="1521981" y="3334634"/>
                    <a:pt x="1543710" y="3329670"/>
                    <a:pt x="1562352" y="3318485"/>
                  </a:cubicBezTo>
                  <a:cubicBezTo>
                    <a:pt x="1574591" y="3311141"/>
                    <a:pt x="1581793" y="3297496"/>
                    <a:pt x="1592630" y="3288207"/>
                  </a:cubicBezTo>
                  <a:cubicBezTo>
                    <a:pt x="1596057" y="3285269"/>
                    <a:pt x="1600705" y="3284170"/>
                    <a:pt x="1604742" y="3282151"/>
                  </a:cubicBezTo>
                  <a:lnTo>
                    <a:pt x="2192138" y="2985425"/>
                  </a:lnTo>
                  <a:lnTo>
                    <a:pt x="2507030" y="2519142"/>
                  </a:lnTo>
                  <a:cubicBezTo>
                    <a:pt x="2442283" y="2493243"/>
                    <a:pt x="2465919" y="2504641"/>
                    <a:pt x="2434363" y="2488864"/>
                  </a:cubicBezTo>
                  <a:lnTo>
                    <a:pt x="2355640" y="2325362"/>
                  </a:lnTo>
                  <a:cubicBezTo>
                    <a:pt x="2351603" y="2289028"/>
                    <a:pt x="2352393" y="2251827"/>
                    <a:pt x="2343528" y="2216361"/>
                  </a:cubicBezTo>
                  <a:cubicBezTo>
                    <a:pt x="2341510" y="2208287"/>
                    <a:pt x="2340395" y="2199931"/>
                    <a:pt x="2337473" y="2192138"/>
                  </a:cubicBezTo>
                  <a:cubicBezTo>
                    <a:pt x="2328259" y="2167568"/>
                    <a:pt x="2318930" y="2142941"/>
                    <a:pt x="2307195" y="2119470"/>
                  </a:cubicBezTo>
                  <a:cubicBezTo>
                    <a:pt x="2265186" y="2035451"/>
                    <a:pt x="2285031" y="2084093"/>
                    <a:pt x="2246638" y="2028636"/>
                  </a:cubicBezTo>
                  <a:cubicBezTo>
                    <a:pt x="2203714" y="1966636"/>
                    <a:pt x="2231493" y="1995327"/>
                    <a:pt x="2210305" y="1974135"/>
                  </a:cubicBezTo>
                  <a:lnTo>
                    <a:pt x="2761367" y="1931746"/>
                  </a:lnTo>
                  <a:cubicBezTo>
                    <a:pt x="2775497" y="1921653"/>
                    <a:pt x="2790317" y="1912464"/>
                    <a:pt x="2803756" y="1901468"/>
                  </a:cubicBezTo>
                  <a:cubicBezTo>
                    <a:pt x="2812594" y="1894237"/>
                    <a:pt x="2817146" y="1880856"/>
                    <a:pt x="2827979" y="1877245"/>
                  </a:cubicBezTo>
                  <a:lnTo>
                    <a:pt x="2846146" y="1871190"/>
                  </a:lnTo>
                  <a:lnTo>
                    <a:pt x="3161038" y="1374628"/>
                  </a:lnTo>
                  <a:cubicBezTo>
                    <a:pt x="3167094" y="1354443"/>
                    <a:pt x="3180955" y="1335073"/>
                    <a:pt x="3179205" y="1314072"/>
                  </a:cubicBezTo>
                  <a:cubicBezTo>
                    <a:pt x="3178455" y="1305076"/>
                    <a:pt x="3154983" y="1301961"/>
                    <a:pt x="3154983" y="1301961"/>
                  </a:cubicBezTo>
                  <a:lnTo>
                    <a:pt x="2864313" y="1344350"/>
                  </a:lnTo>
                  <a:lnTo>
                    <a:pt x="1574464" y="0"/>
                  </a:lnTo>
                  <a:lnTo>
                    <a:pt x="211947" y="1356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AF8A2A7A-0693-BAAC-B6D7-6DCF46A86047}"/>
                </a:ext>
              </a:extLst>
            </p:cNvPr>
            <p:cNvSpPr/>
            <p:nvPr/>
          </p:nvSpPr>
          <p:spPr>
            <a:xfrm>
              <a:off x="4893487" y="2366875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A3E8D1B3-0DF7-5DC2-44B1-FBFDDCF1A3B7}"/>
                </a:ext>
              </a:extLst>
            </p:cNvPr>
            <p:cNvSpPr/>
            <p:nvPr/>
          </p:nvSpPr>
          <p:spPr>
            <a:xfrm rot="11861324">
              <a:off x="5191556" y="1459934"/>
              <a:ext cx="357210" cy="50282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94ED23F-B5AF-FDAF-621A-10EFBD9C6BB1}"/>
                </a:ext>
              </a:extLst>
            </p:cNvPr>
            <p:cNvSpPr/>
            <p:nvPr/>
          </p:nvSpPr>
          <p:spPr>
            <a:xfrm>
              <a:off x="4956607" y="2815868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5BB368C-9FEA-8A09-07B9-A642F7D532AA}"/>
                </a:ext>
              </a:extLst>
            </p:cNvPr>
            <p:cNvSpPr/>
            <p:nvPr/>
          </p:nvSpPr>
          <p:spPr>
            <a:xfrm rot="8892483">
              <a:off x="5285711" y="2250032"/>
              <a:ext cx="266447" cy="320948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ight Triangle 98">
              <a:extLst>
                <a:ext uri="{FF2B5EF4-FFF2-40B4-BE49-F238E27FC236}">
                  <a16:creationId xmlns:a16="http://schemas.microsoft.com/office/drawing/2014/main" id="{D16759EE-B75C-46FA-62A8-501B3D81FC99}"/>
                </a:ext>
              </a:extLst>
            </p:cNvPr>
            <p:cNvSpPr/>
            <p:nvPr/>
          </p:nvSpPr>
          <p:spPr>
            <a:xfrm rot="13500000">
              <a:off x="3873904" y="1069270"/>
              <a:ext cx="4570299" cy="4570299"/>
            </a:xfrm>
            <a:prstGeom prst="rtTriangle">
              <a:avLst/>
            </a:prstGeom>
            <a:solidFill>
              <a:srgbClr val="163E64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01C652E-9821-4869-6878-131616760318}"/>
                </a:ext>
              </a:extLst>
            </p:cNvPr>
            <p:cNvSpPr/>
            <p:nvPr/>
          </p:nvSpPr>
          <p:spPr>
            <a:xfrm rot="18900000">
              <a:off x="3864103" y="1092161"/>
              <a:ext cx="4589906" cy="458990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394CD34-2B35-40A0-590F-A0421D8FB336}"/>
                </a:ext>
              </a:extLst>
            </p:cNvPr>
            <p:cNvGrpSpPr/>
            <p:nvPr/>
          </p:nvGrpSpPr>
          <p:grpSpPr>
            <a:xfrm rot="7648227">
              <a:off x="6798341" y="1003962"/>
              <a:ext cx="518669" cy="1286279"/>
              <a:chOff x="9813051" y="1447959"/>
              <a:chExt cx="698452" cy="1995215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C5C8FB3E-90C4-BCE5-B1C1-A2004A1EB170}"/>
                  </a:ext>
                </a:extLst>
              </p:cNvPr>
              <p:cNvSpPr/>
              <p:nvPr/>
            </p:nvSpPr>
            <p:spPr>
              <a:xfrm>
                <a:off x="9813051" y="254578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0EA148FB-8EDD-6038-A1E5-3101A0B269CB}"/>
                  </a:ext>
                </a:extLst>
              </p:cNvPr>
              <p:cNvSpPr/>
              <p:nvPr/>
            </p:nvSpPr>
            <p:spPr>
              <a:xfrm rot="11861324">
                <a:off x="9819520" y="1447959"/>
                <a:ext cx="357209" cy="471007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E2378189-9F13-DD41-ACE7-5DF8AEDD30E1}"/>
                  </a:ext>
                </a:extLst>
              </p:cNvPr>
              <p:cNvSpPr/>
              <p:nvPr/>
            </p:nvSpPr>
            <p:spPr>
              <a:xfrm>
                <a:off x="10032213" y="3122226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E47230EC-F985-05CC-4D29-BF0AC47E077B}"/>
                  </a:ext>
                </a:extLst>
              </p:cNvPr>
              <p:cNvSpPr/>
              <p:nvPr/>
            </p:nvSpPr>
            <p:spPr>
              <a:xfrm rot="8892483">
                <a:off x="10245056" y="2625654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4DFB7179-6C6C-2CC8-56D4-540F410D2C4C}"/>
                </a:ext>
              </a:extLst>
            </p:cNvPr>
            <p:cNvSpPr/>
            <p:nvPr/>
          </p:nvSpPr>
          <p:spPr>
            <a:xfrm rot="16918365">
              <a:off x="6606966" y="2333425"/>
              <a:ext cx="265263" cy="324164"/>
            </a:xfrm>
            <a:custGeom>
              <a:avLst/>
              <a:gdLst>
                <a:gd name="csX0" fmla="*/ 254336 w 266447"/>
                <a:gd name="csY0" fmla="*/ 0 h 320948"/>
                <a:gd name="csX1" fmla="*/ 254336 w 266447"/>
                <a:gd name="csY1" fmla="*/ 0 h 320948"/>
                <a:gd name="csX2" fmla="*/ 72667 w 266447"/>
                <a:gd name="csY2" fmla="*/ 96890 h 320948"/>
                <a:gd name="csX3" fmla="*/ 0 w 266447"/>
                <a:gd name="csY3" fmla="*/ 320948 h 320948"/>
                <a:gd name="csX4" fmla="*/ 187724 w 266447"/>
                <a:gd name="csY4" fmla="*/ 290670 h 320948"/>
                <a:gd name="csX5" fmla="*/ 266447 w 266447"/>
                <a:gd name="csY5" fmla="*/ 102945 h 320948"/>
                <a:gd name="csX6" fmla="*/ 254336 w 266447"/>
                <a:gd name="csY6" fmla="*/ 0 h 320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6447" h="320948">
                  <a:moveTo>
                    <a:pt x="254336" y="0"/>
                  </a:moveTo>
                  <a:lnTo>
                    <a:pt x="254336" y="0"/>
                  </a:lnTo>
                  <a:lnTo>
                    <a:pt x="72667" y="96890"/>
                  </a:lnTo>
                  <a:lnTo>
                    <a:pt x="0" y="320948"/>
                  </a:lnTo>
                  <a:lnTo>
                    <a:pt x="187724" y="290670"/>
                  </a:lnTo>
                  <a:lnTo>
                    <a:pt x="266447" y="102945"/>
                  </a:lnTo>
                  <a:lnTo>
                    <a:pt x="25433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3E1B472-780A-2E1C-FAD9-1F8BDFC8CE7F}"/>
              </a:ext>
            </a:extLst>
          </p:cNvPr>
          <p:cNvGrpSpPr/>
          <p:nvPr/>
        </p:nvGrpSpPr>
        <p:grpSpPr>
          <a:xfrm>
            <a:off x="7437770" y="3872653"/>
            <a:ext cx="3045833" cy="461665"/>
            <a:chOff x="7352923" y="3404873"/>
            <a:chExt cx="3045833" cy="461665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6AC79F3-1F7C-B816-68E9-D3AE6F60FA46}"/>
                </a:ext>
              </a:extLst>
            </p:cNvPr>
            <p:cNvGrpSpPr/>
            <p:nvPr/>
          </p:nvGrpSpPr>
          <p:grpSpPr>
            <a:xfrm>
              <a:off x="7352923" y="3405177"/>
              <a:ext cx="341345" cy="409678"/>
              <a:chOff x="3633376" y="-92172"/>
              <a:chExt cx="4830187" cy="5797130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F75FFD36-B99D-109C-0935-4451E1788808}"/>
                  </a:ext>
                </a:extLst>
              </p:cNvPr>
              <p:cNvSpPr/>
              <p:nvPr/>
            </p:nvSpPr>
            <p:spPr>
              <a:xfrm rot="18900000">
                <a:off x="3873657" y="1092162"/>
                <a:ext cx="4589906" cy="458990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ight Triangle 108">
                <a:extLst>
                  <a:ext uri="{FF2B5EF4-FFF2-40B4-BE49-F238E27FC236}">
                    <a16:creationId xmlns:a16="http://schemas.microsoft.com/office/drawing/2014/main" id="{94D933DC-7D5B-DD30-4A25-AFEDB2A3DC60}"/>
                  </a:ext>
                </a:extLst>
              </p:cNvPr>
              <p:cNvSpPr/>
              <p:nvPr/>
            </p:nvSpPr>
            <p:spPr>
              <a:xfrm rot="13500000">
                <a:off x="3873905" y="1134659"/>
                <a:ext cx="4570299" cy="4570299"/>
              </a:xfrm>
              <a:prstGeom prst="rtTriangl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422BADB4-3A0B-A961-D8D8-9AF0E4A53AB4}"/>
                  </a:ext>
                </a:extLst>
              </p:cNvPr>
              <p:cNvSpPr/>
              <p:nvPr/>
            </p:nvSpPr>
            <p:spPr>
              <a:xfrm>
                <a:off x="3633376" y="1144514"/>
                <a:ext cx="3179356" cy="3342708"/>
              </a:xfrm>
              <a:custGeom>
                <a:avLst/>
                <a:gdLst>
                  <a:gd name="csX0" fmla="*/ 211947 w 3179356"/>
                  <a:gd name="csY0" fmla="*/ 1356461 h 3342708"/>
                  <a:gd name="csX1" fmla="*/ 0 w 3179356"/>
                  <a:gd name="csY1" fmla="*/ 1907523 h 3342708"/>
                  <a:gd name="csX2" fmla="*/ 157446 w 3179356"/>
                  <a:gd name="csY2" fmla="*/ 2089192 h 3342708"/>
                  <a:gd name="csX3" fmla="*/ 865955 w 3179356"/>
                  <a:gd name="csY3" fmla="*/ 1713743 h 3342708"/>
                  <a:gd name="csX4" fmla="*/ 1047624 w 3179356"/>
                  <a:gd name="csY4" fmla="*/ 2143693 h 3342708"/>
                  <a:gd name="csX5" fmla="*/ 678230 w 3179356"/>
                  <a:gd name="csY5" fmla="*/ 2779534 h 3342708"/>
                  <a:gd name="csX6" fmla="*/ 763009 w 3179356"/>
                  <a:gd name="csY6" fmla="*/ 2821923 h 3342708"/>
                  <a:gd name="csX7" fmla="*/ 835677 w 3179356"/>
                  <a:gd name="csY7" fmla="*/ 2834035 h 3342708"/>
                  <a:gd name="csX8" fmla="*/ 1065791 w 3179356"/>
                  <a:gd name="csY8" fmla="*/ 2894591 h 3342708"/>
                  <a:gd name="csX9" fmla="*/ 1138458 w 3179356"/>
                  <a:gd name="csY9" fmla="*/ 2912758 h 3342708"/>
                  <a:gd name="csX10" fmla="*/ 1168736 w 3179356"/>
                  <a:gd name="csY10" fmla="*/ 2918814 h 3342708"/>
                  <a:gd name="csX11" fmla="*/ 1186903 w 3179356"/>
                  <a:gd name="csY11" fmla="*/ 2924869 h 3342708"/>
                  <a:gd name="csX12" fmla="*/ 1211126 w 3179356"/>
                  <a:gd name="csY12" fmla="*/ 2930925 h 3342708"/>
                  <a:gd name="csX13" fmla="*/ 1368572 w 3179356"/>
                  <a:gd name="csY13" fmla="*/ 3330596 h 3342708"/>
                  <a:gd name="csX14" fmla="*/ 1501796 w 3179356"/>
                  <a:gd name="csY14" fmla="*/ 3342708 h 3342708"/>
                  <a:gd name="csX15" fmla="*/ 1562352 w 3179356"/>
                  <a:gd name="csY15" fmla="*/ 3318485 h 3342708"/>
                  <a:gd name="csX16" fmla="*/ 1592630 w 3179356"/>
                  <a:gd name="csY16" fmla="*/ 3288207 h 3342708"/>
                  <a:gd name="csX17" fmla="*/ 1604742 w 3179356"/>
                  <a:gd name="csY17" fmla="*/ 3282151 h 3342708"/>
                  <a:gd name="csX18" fmla="*/ 2192138 w 3179356"/>
                  <a:gd name="csY18" fmla="*/ 2985425 h 3342708"/>
                  <a:gd name="csX19" fmla="*/ 2507030 w 3179356"/>
                  <a:gd name="csY19" fmla="*/ 2519142 h 3342708"/>
                  <a:gd name="csX20" fmla="*/ 2434363 w 3179356"/>
                  <a:gd name="csY20" fmla="*/ 2488864 h 3342708"/>
                  <a:gd name="csX21" fmla="*/ 2355640 w 3179356"/>
                  <a:gd name="csY21" fmla="*/ 2325362 h 3342708"/>
                  <a:gd name="csX22" fmla="*/ 2343528 w 3179356"/>
                  <a:gd name="csY22" fmla="*/ 2216361 h 3342708"/>
                  <a:gd name="csX23" fmla="*/ 2337473 w 3179356"/>
                  <a:gd name="csY23" fmla="*/ 2192138 h 3342708"/>
                  <a:gd name="csX24" fmla="*/ 2307195 w 3179356"/>
                  <a:gd name="csY24" fmla="*/ 2119470 h 3342708"/>
                  <a:gd name="csX25" fmla="*/ 2246638 w 3179356"/>
                  <a:gd name="csY25" fmla="*/ 2028636 h 3342708"/>
                  <a:gd name="csX26" fmla="*/ 2210305 w 3179356"/>
                  <a:gd name="csY26" fmla="*/ 1974135 h 3342708"/>
                  <a:gd name="csX27" fmla="*/ 2761367 w 3179356"/>
                  <a:gd name="csY27" fmla="*/ 1931746 h 3342708"/>
                  <a:gd name="csX28" fmla="*/ 2803756 w 3179356"/>
                  <a:gd name="csY28" fmla="*/ 1901468 h 3342708"/>
                  <a:gd name="csX29" fmla="*/ 2827979 w 3179356"/>
                  <a:gd name="csY29" fmla="*/ 1877245 h 3342708"/>
                  <a:gd name="csX30" fmla="*/ 2846146 w 3179356"/>
                  <a:gd name="csY30" fmla="*/ 1871190 h 3342708"/>
                  <a:gd name="csX31" fmla="*/ 3161038 w 3179356"/>
                  <a:gd name="csY31" fmla="*/ 1374628 h 3342708"/>
                  <a:gd name="csX32" fmla="*/ 3179205 w 3179356"/>
                  <a:gd name="csY32" fmla="*/ 1314072 h 3342708"/>
                  <a:gd name="csX33" fmla="*/ 3154983 w 3179356"/>
                  <a:gd name="csY33" fmla="*/ 1301961 h 3342708"/>
                  <a:gd name="csX34" fmla="*/ 2864313 w 3179356"/>
                  <a:gd name="csY34" fmla="*/ 1344350 h 3342708"/>
                  <a:gd name="csX35" fmla="*/ 1574464 w 3179356"/>
                  <a:gd name="csY35" fmla="*/ 0 h 3342708"/>
                  <a:gd name="csX36" fmla="*/ 211947 w 3179356"/>
                  <a:gd name="csY36" fmla="*/ 1356461 h 33427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3179356" h="3342708">
                    <a:moveTo>
                      <a:pt x="211947" y="1356461"/>
                    </a:moveTo>
                    <a:lnTo>
                      <a:pt x="0" y="1907523"/>
                    </a:lnTo>
                    <a:lnTo>
                      <a:pt x="157446" y="2089192"/>
                    </a:lnTo>
                    <a:lnTo>
                      <a:pt x="865955" y="1713743"/>
                    </a:lnTo>
                    <a:lnTo>
                      <a:pt x="1047624" y="2143693"/>
                    </a:lnTo>
                    <a:lnTo>
                      <a:pt x="678230" y="2779534"/>
                    </a:lnTo>
                    <a:cubicBezTo>
                      <a:pt x="736036" y="2818072"/>
                      <a:pt x="713800" y="2813239"/>
                      <a:pt x="763009" y="2821923"/>
                    </a:cubicBezTo>
                    <a:lnTo>
                      <a:pt x="835677" y="2834035"/>
                    </a:lnTo>
                    <a:lnTo>
                      <a:pt x="1065791" y="2894591"/>
                    </a:lnTo>
                    <a:lnTo>
                      <a:pt x="1138458" y="2912758"/>
                    </a:lnTo>
                    <a:cubicBezTo>
                      <a:pt x="1148477" y="2915115"/>
                      <a:pt x="1158751" y="2916318"/>
                      <a:pt x="1168736" y="2918814"/>
                    </a:cubicBezTo>
                    <a:cubicBezTo>
                      <a:pt x="1174929" y="2920362"/>
                      <a:pt x="1180765" y="2923115"/>
                      <a:pt x="1186903" y="2924869"/>
                    </a:cubicBezTo>
                    <a:cubicBezTo>
                      <a:pt x="1194906" y="2927155"/>
                      <a:pt x="1211126" y="2930925"/>
                      <a:pt x="1211126" y="2930925"/>
                    </a:cubicBezTo>
                    <a:lnTo>
                      <a:pt x="1368572" y="3330596"/>
                    </a:lnTo>
                    <a:lnTo>
                      <a:pt x="1501796" y="3342708"/>
                    </a:lnTo>
                    <a:cubicBezTo>
                      <a:pt x="1521981" y="3334634"/>
                      <a:pt x="1543710" y="3329670"/>
                      <a:pt x="1562352" y="3318485"/>
                    </a:cubicBezTo>
                    <a:cubicBezTo>
                      <a:pt x="1574591" y="3311141"/>
                      <a:pt x="1581793" y="3297496"/>
                      <a:pt x="1592630" y="3288207"/>
                    </a:cubicBezTo>
                    <a:cubicBezTo>
                      <a:pt x="1596057" y="3285269"/>
                      <a:pt x="1600705" y="3284170"/>
                      <a:pt x="1604742" y="3282151"/>
                    </a:cubicBezTo>
                    <a:lnTo>
                      <a:pt x="2192138" y="2985425"/>
                    </a:lnTo>
                    <a:lnTo>
                      <a:pt x="2507030" y="2519142"/>
                    </a:lnTo>
                    <a:cubicBezTo>
                      <a:pt x="2442283" y="2493243"/>
                      <a:pt x="2465919" y="2504641"/>
                      <a:pt x="2434363" y="2488864"/>
                    </a:cubicBezTo>
                    <a:lnTo>
                      <a:pt x="2355640" y="2325362"/>
                    </a:lnTo>
                    <a:cubicBezTo>
                      <a:pt x="2351603" y="2289028"/>
                      <a:pt x="2352393" y="2251827"/>
                      <a:pt x="2343528" y="2216361"/>
                    </a:cubicBezTo>
                    <a:cubicBezTo>
                      <a:pt x="2341510" y="2208287"/>
                      <a:pt x="2340395" y="2199931"/>
                      <a:pt x="2337473" y="2192138"/>
                    </a:cubicBezTo>
                    <a:cubicBezTo>
                      <a:pt x="2328259" y="2167568"/>
                      <a:pt x="2318930" y="2142941"/>
                      <a:pt x="2307195" y="2119470"/>
                    </a:cubicBezTo>
                    <a:cubicBezTo>
                      <a:pt x="2265186" y="2035451"/>
                      <a:pt x="2285031" y="2084093"/>
                      <a:pt x="2246638" y="2028636"/>
                    </a:cubicBezTo>
                    <a:cubicBezTo>
                      <a:pt x="2203714" y="1966636"/>
                      <a:pt x="2231493" y="1995327"/>
                      <a:pt x="2210305" y="1974135"/>
                    </a:cubicBezTo>
                    <a:lnTo>
                      <a:pt x="2761367" y="1931746"/>
                    </a:lnTo>
                    <a:cubicBezTo>
                      <a:pt x="2775497" y="1921653"/>
                      <a:pt x="2790317" y="1912464"/>
                      <a:pt x="2803756" y="1901468"/>
                    </a:cubicBezTo>
                    <a:cubicBezTo>
                      <a:pt x="2812594" y="1894237"/>
                      <a:pt x="2817146" y="1880856"/>
                      <a:pt x="2827979" y="1877245"/>
                    </a:cubicBezTo>
                    <a:lnTo>
                      <a:pt x="2846146" y="1871190"/>
                    </a:lnTo>
                    <a:lnTo>
                      <a:pt x="3161038" y="1374628"/>
                    </a:lnTo>
                    <a:cubicBezTo>
                      <a:pt x="3167094" y="1354443"/>
                      <a:pt x="3180955" y="1335073"/>
                      <a:pt x="3179205" y="1314072"/>
                    </a:cubicBezTo>
                    <a:cubicBezTo>
                      <a:pt x="3178455" y="1305076"/>
                      <a:pt x="3154983" y="1301961"/>
                      <a:pt x="3154983" y="1301961"/>
                    </a:cubicBezTo>
                    <a:lnTo>
                      <a:pt x="2864313" y="1344350"/>
                    </a:lnTo>
                    <a:lnTo>
                      <a:pt x="1574464" y="0"/>
                    </a:lnTo>
                    <a:lnTo>
                      <a:pt x="211947" y="135646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01B1CE91-DC68-CBD3-075F-ECC65D1534F5}"/>
                  </a:ext>
                </a:extLst>
              </p:cNvPr>
              <p:cNvSpPr/>
              <p:nvPr/>
            </p:nvSpPr>
            <p:spPr>
              <a:xfrm flipH="1">
                <a:off x="4797924" y="-92172"/>
                <a:ext cx="3226490" cy="3342708"/>
              </a:xfrm>
              <a:custGeom>
                <a:avLst/>
                <a:gdLst>
                  <a:gd name="csX0" fmla="*/ 211947 w 3179356"/>
                  <a:gd name="csY0" fmla="*/ 1356461 h 3342708"/>
                  <a:gd name="csX1" fmla="*/ 0 w 3179356"/>
                  <a:gd name="csY1" fmla="*/ 1907523 h 3342708"/>
                  <a:gd name="csX2" fmla="*/ 157446 w 3179356"/>
                  <a:gd name="csY2" fmla="*/ 2089192 h 3342708"/>
                  <a:gd name="csX3" fmla="*/ 865955 w 3179356"/>
                  <a:gd name="csY3" fmla="*/ 1713743 h 3342708"/>
                  <a:gd name="csX4" fmla="*/ 1047624 w 3179356"/>
                  <a:gd name="csY4" fmla="*/ 2143693 h 3342708"/>
                  <a:gd name="csX5" fmla="*/ 678230 w 3179356"/>
                  <a:gd name="csY5" fmla="*/ 2779534 h 3342708"/>
                  <a:gd name="csX6" fmla="*/ 763009 w 3179356"/>
                  <a:gd name="csY6" fmla="*/ 2821923 h 3342708"/>
                  <a:gd name="csX7" fmla="*/ 835677 w 3179356"/>
                  <a:gd name="csY7" fmla="*/ 2834035 h 3342708"/>
                  <a:gd name="csX8" fmla="*/ 1065791 w 3179356"/>
                  <a:gd name="csY8" fmla="*/ 2894591 h 3342708"/>
                  <a:gd name="csX9" fmla="*/ 1138458 w 3179356"/>
                  <a:gd name="csY9" fmla="*/ 2912758 h 3342708"/>
                  <a:gd name="csX10" fmla="*/ 1168736 w 3179356"/>
                  <a:gd name="csY10" fmla="*/ 2918814 h 3342708"/>
                  <a:gd name="csX11" fmla="*/ 1186903 w 3179356"/>
                  <a:gd name="csY11" fmla="*/ 2924869 h 3342708"/>
                  <a:gd name="csX12" fmla="*/ 1211126 w 3179356"/>
                  <a:gd name="csY12" fmla="*/ 2930925 h 3342708"/>
                  <a:gd name="csX13" fmla="*/ 1368572 w 3179356"/>
                  <a:gd name="csY13" fmla="*/ 3330596 h 3342708"/>
                  <a:gd name="csX14" fmla="*/ 1501796 w 3179356"/>
                  <a:gd name="csY14" fmla="*/ 3342708 h 3342708"/>
                  <a:gd name="csX15" fmla="*/ 1562352 w 3179356"/>
                  <a:gd name="csY15" fmla="*/ 3318485 h 3342708"/>
                  <a:gd name="csX16" fmla="*/ 1592630 w 3179356"/>
                  <a:gd name="csY16" fmla="*/ 3288207 h 3342708"/>
                  <a:gd name="csX17" fmla="*/ 1604742 w 3179356"/>
                  <a:gd name="csY17" fmla="*/ 3282151 h 3342708"/>
                  <a:gd name="csX18" fmla="*/ 2192138 w 3179356"/>
                  <a:gd name="csY18" fmla="*/ 2985425 h 3342708"/>
                  <a:gd name="csX19" fmla="*/ 2507030 w 3179356"/>
                  <a:gd name="csY19" fmla="*/ 2519142 h 3342708"/>
                  <a:gd name="csX20" fmla="*/ 2434363 w 3179356"/>
                  <a:gd name="csY20" fmla="*/ 2488864 h 3342708"/>
                  <a:gd name="csX21" fmla="*/ 2355640 w 3179356"/>
                  <a:gd name="csY21" fmla="*/ 2325362 h 3342708"/>
                  <a:gd name="csX22" fmla="*/ 2343528 w 3179356"/>
                  <a:gd name="csY22" fmla="*/ 2216361 h 3342708"/>
                  <a:gd name="csX23" fmla="*/ 2337473 w 3179356"/>
                  <a:gd name="csY23" fmla="*/ 2192138 h 3342708"/>
                  <a:gd name="csX24" fmla="*/ 2307195 w 3179356"/>
                  <a:gd name="csY24" fmla="*/ 2119470 h 3342708"/>
                  <a:gd name="csX25" fmla="*/ 2246638 w 3179356"/>
                  <a:gd name="csY25" fmla="*/ 2028636 h 3342708"/>
                  <a:gd name="csX26" fmla="*/ 2210305 w 3179356"/>
                  <a:gd name="csY26" fmla="*/ 1974135 h 3342708"/>
                  <a:gd name="csX27" fmla="*/ 2761367 w 3179356"/>
                  <a:gd name="csY27" fmla="*/ 1931746 h 3342708"/>
                  <a:gd name="csX28" fmla="*/ 2803756 w 3179356"/>
                  <a:gd name="csY28" fmla="*/ 1901468 h 3342708"/>
                  <a:gd name="csX29" fmla="*/ 2827979 w 3179356"/>
                  <a:gd name="csY29" fmla="*/ 1877245 h 3342708"/>
                  <a:gd name="csX30" fmla="*/ 2846146 w 3179356"/>
                  <a:gd name="csY30" fmla="*/ 1871190 h 3342708"/>
                  <a:gd name="csX31" fmla="*/ 3161038 w 3179356"/>
                  <a:gd name="csY31" fmla="*/ 1374628 h 3342708"/>
                  <a:gd name="csX32" fmla="*/ 3179205 w 3179356"/>
                  <a:gd name="csY32" fmla="*/ 1314072 h 3342708"/>
                  <a:gd name="csX33" fmla="*/ 3154983 w 3179356"/>
                  <a:gd name="csY33" fmla="*/ 1301961 h 3342708"/>
                  <a:gd name="csX34" fmla="*/ 2864313 w 3179356"/>
                  <a:gd name="csY34" fmla="*/ 1344350 h 3342708"/>
                  <a:gd name="csX35" fmla="*/ 1574464 w 3179356"/>
                  <a:gd name="csY35" fmla="*/ 0 h 3342708"/>
                  <a:gd name="csX36" fmla="*/ 211947 w 3179356"/>
                  <a:gd name="csY36" fmla="*/ 1356461 h 33427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3179356" h="3342708">
                    <a:moveTo>
                      <a:pt x="211947" y="1356461"/>
                    </a:moveTo>
                    <a:lnTo>
                      <a:pt x="0" y="1907523"/>
                    </a:lnTo>
                    <a:lnTo>
                      <a:pt x="157446" y="2089192"/>
                    </a:lnTo>
                    <a:lnTo>
                      <a:pt x="865955" y="1713743"/>
                    </a:lnTo>
                    <a:lnTo>
                      <a:pt x="1047624" y="2143693"/>
                    </a:lnTo>
                    <a:lnTo>
                      <a:pt x="678230" y="2779534"/>
                    </a:lnTo>
                    <a:cubicBezTo>
                      <a:pt x="736036" y="2818072"/>
                      <a:pt x="713800" y="2813239"/>
                      <a:pt x="763009" y="2821923"/>
                    </a:cubicBezTo>
                    <a:lnTo>
                      <a:pt x="835677" y="2834035"/>
                    </a:lnTo>
                    <a:lnTo>
                      <a:pt x="1065791" y="2894591"/>
                    </a:lnTo>
                    <a:lnTo>
                      <a:pt x="1138458" y="2912758"/>
                    </a:lnTo>
                    <a:cubicBezTo>
                      <a:pt x="1148477" y="2915115"/>
                      <a:pt x="1158751" y="2916318"/>
                      <a:pt x="1168736" y="2918814"/>
                    </a:cubicBezTo>
                    <a:cubicBezTo>
                      <a:pt x="1174929" y="2920362"/>
                      <a:pt x="1180765" y="2923115"/>
                      <a:pt x="1186903" y="2924869"/>
                    </a:cubicBezTo>
                    <a:cubicBezTo>
                      <a:pt x="1194906" y="2927155"/>
                      <a:pt x="1211126" y="2930925"/>
                      <a:pt x="1211126" y="2930925"/>
                    </a:cubicBezTo>
                    <a:lnTo>
                      <a:pt x="1368572" y="3330596"/>
                    </a:lnTo>
                    <a:lnTo>
                      <a:pt x="1501796" y="3342708"/>
                    </a:lnTo>
                    <a:cubicBezTo>
                      <a:pt x="1521981" y="3334634"/>
                      <a:pt x="1543710" y="3329670"/>
                      <a:pt x="1562352" y="3318485"/>
                    </a:cubicBezTo>
                    <a:cubicBezTo>
                      <a:pt x="1574591" y="3311141"/>
                      <a:pt x="1581793" y="3297496"/>
                      <a:pt x="1592630" y="3288207"/>
                    </a:cubicBezTo>
                    <a:cubicBezTo>
                      <a:pt x="1596057" y="3285269"/>
                      <a:pt x="1600705" y="3284170"/>
                      <a:pt x="1604742" y="3282151"/>
                    </a:cubicBezTo>
                    <a:lnTo>
                      <a:pt x="2192138" y="2985425"/>
                    </a:lnTo>
                    <a:lnTo>
                      <a:pt x="2507030" y="2519142"/>
                    </a:lnTo>
                    <a:cubicBezTo>
                      <a:pt x="2442283" y="2493243"/>
                      <a:pt x="2465919" y="2504641"/>
                      <a:pt x="2434363" y="2488864"/>
                    </a:cubicBezTo>
                    <a:lnTo>
                      <a:pt x="2355640" y="2325362"/>
                    </a:lnTo>
                    <a:cubicBezTo>
                      <a:pt x="2351603" y="2289028"/>
                      <a:pt x="2352393" y="2251827"/>
                      <a:pt x="2343528" y="2216361"/>
                    </a:cubicBezTo>
                    <a:cubicBezTo>
                      <a:pt x="2341510" y="2208287"/>
                      <a:pt x="2340395" y="2199931"/>
                      <a:pt x="2337473" y="2192138"/>
                    </a:cubicBezTo>
                    <a:cubicBezTo>
                      <a:pt x="2328259" y="2167568"/>
                      <a:pt x="2318930" y="2142941"/>
                      <a:pt x="2307195" y="2119470"/>
                    </a:cubicBezTo>
                    <a:cubicBezTo>
                      <a:pt x="2265186" y="2035451"/>
                      <a:pt x="2285031" y="2084093"/>
                      <a:pt x="2246638" y="2028636"/>
                    </a:cubicBezTo>
                    <a:cubicBezTo>
                      <a:pt x="2203714" y="1966636"/>
                      <a:pt x="2231493" y="1995327"/>
                      <a:pt x="2210305" y="1974135"/>
                    </a:cubicBezTo>
                    <a:lnTo>
                      <a:pt x="2761367" y="1931746"/>
                    </a:lnTo>
                    <a:cubicBezTo>
                      <a:pt x="2775497" y="1921653"/>
                      <a:pt x="2790317" y="1912464"/>
                      <a:pt x="2803756" y="1901468"/>
                    </a:cubicBezTo>
                    <a:cubicBezTo>
                      <a:pt x="2812594" y="1894237"/>
                      <a:pt x="2817146" y="1880856"/>
                      <a:pt x="2827979" y="1877245"/>
                    </a:cubicBezTo>
                    <a:lnTo>
                      <a:pt x="2846146" y="1871190"/>
                    </a:lnTo>
                    <a:lnTo>
                      <a:pt x="3161038" y="1374628"/>
                    </a:lnTo>
                    <a:cubicBezTo>
                      <a:pt x="3167094" y="1354443"/>
                      <a:pt x="3180955" y="1335073"/>
                      <a:pt x="3179205" y="1314072"/>
                    </a:cubicBezTo>
                    <a:cubicBezTo>
                      <a:pt x="3178455" y="1305076"/>
                      <a:pt x="3154983" y="1301961"/>
                      <a:pt x="3154983" y="1301961"/>
                    </a:cubicBezTo>
                    <a:lnTo>
                      <a:pt x="2864313" y="1344350"/>
                    </a:lnTo>
                    <a:lnTo>
                      <a:pt x="1574464" y="0"/>
                    </a:lnTo>
                    <a:lnTo>
                      <a:pt x="211947" y="135646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88FDDA34-029E-FF16-6AAE-4D74F4576924}"/>
                  </a:ext>
                </a:extLst>
              </p:cNvPr>
              <p:cNvSpPr/>
              <p:nvPr/>
            </p:nvSpPr>
            <p:spPr>
              <a:xfrm>
                <a:off x="4893487" y="2366875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684052E8-8F8A-52FA-28B6-89BC7E42E599}"/>
                  </a:ext>
                </a:extLst>
              </p:cNvPr>
              <p:cNvSpPr/>
              <p:nvPr/>
            </p:nvSpPr>
            <p:spPr>
              <a:xfrm rot="11861324">
                <a:off x="5191556" y="1459934"/>
                <a:ext cx="357210" cy="50282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6E41079F-6D63-B2D5-F510-6FF8AF5F67DA}"/>
                  </a:ext>
                </a:extLst>
              </p:cNvPr>
              <p:cNvSpPr/>
              <p:nvPr/>
            </p:nvSpPr>
            <p:spPr>
              <a:xfrm>
                <a:off x="4956607" y="2815868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FA667911-4E00-FC96-BDE5-9A2C53ECDCC0}"/>
                  </a:ext>
                </a:extLst>
              </p:cNvPr>
              <p:cNvSpPr/>
              <p:nvPr/>
            </p:nvSpPr>
            <p:spPr>
              <a:xfrm rot="8892483">
                <a:off x="5285711" y="2250032"/>
                <a:ext cx="266447" cy="320948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ight Triangle 115">
                <a:extLst>
                  <a:ext uri="{FF2B5EF4-FFF2-40B4-BE49-F238E27FC236}">
                    <a16:creationId xmlns:a16="http://schemas.microsoft.com/office/drawing/2014/main" id="{06C36091-59FC-BC4F-C086-8E4D83DBBDD8}"/>
                  </a:ext>
                </a:extLst>
              </p:cNvPr>
              <p:cNvSpPr/>
              <p:nvPr/>
            </p:nvSpPr>
            <p:spPr>
              <a:xfrm rot="13500000">
                <a:off x="3873904" y="1069270"/>
                <a:ext cx="4570299" cy="4570299"/>
              </a:xfrm>
              <a:prstGeom prst="rtTriangle">
                <a:avLst/>
              </a:prstGeom>
              <a:solidFill>
                <a:srgbClr val="163E64">
                  <a:alpha val="3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7A35CC4E-D023-EDDA-E985-2A6BB65CDD92}"/>
                  </a:ext>
                </a:extLst>
              </p:cNvPr>
              <p:cNvSpPr/>
              <p:nvPr/>
            </p:nvSpPr>
            <p:spPr>
              <a:xfrm rot="18900000">
                <a:off x="3864103" y="1092161"/>
                <a:ext cx="4589906" cy="4589906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F31C6333-019B-2047-E4F8-8A87CDE69FE2}"/>
                  </a:ext>
                </a:extLst>
              </p:cNvPr>
              <p:cNvGrpSpPr/>
              <p:nvPr/>
            </p:nvGrpSpPr>
            <p:grpSpPr>
              <a:xfrm rot="7648227">
                <a:off x="6798341" y="1003962"/>
                <a:ext cx="518669" cy="1286279"/>
                <a:chOff x="9813051" y="1447959"/>
                <a:chExt cx="698452" cy="1995215"/>
              </a:xfrm>
              <a:solidFill>
                <a:schemeClr val="accent1">
                  <a:lumMod val="75000"/>
                </a:schemeClr>
              </a:solidFill>
            </p:grpSpPr>
            <p:sp>
              <p:nvSpPr>
                <p:cNvPr id="120" name="Freeform 119">
                  <a:extLst>
                    <a:ext uri="{FF2B5EF4-FFF2-40B4-BE49-F238E27FC236}">
                      <a16:creationId xmlns:a16="http://schemas.microsoft.com/office/drawing/2014/main" id="{F00E8481-63AB-0FD6-C4DB-BA8423F6E5AA}"/>
                    </a:ext>
                  </a:extLst>
                </p:cNvPr>
                <p:cNvSpPr/>
                <p:nvPr/>
              </p:nvSpPr>
              <p:spPr>
                <a:xfrm>
                  <a:off x="9813051" y="2545786"/>
                  <a:ext cx="266447" cy="320948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94E65DC9-226C-BF1E-BA1B-92D7CF37ADB9}"/>
                    </a:ext>
                  </a:extLst>
                </p:cNvPr>
                <p:cNvSpPr/>
                <p:nvPr/>
              </p:nvSpPr>
              <p:spPr>
                <a:xfrm rot="11861324">
                  <a:off x="9819520" y="1447959"/>
                  <a:ext cx="357209" cy="471007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43D35CC9-887C-456C-0DBA-B2D58F412291}"/>
                    </a:ext>
                  </a:extLst>
                </p:cNvPr>
                <p:cNvSpPr/>
                <p:nvPr/>
              </p:nvSpPr>
              <p:spPr>
                <a:xfrm>
                  <a:off x="10032213" y="3122226"/>
                  <a:ext cx="266447" cy="320948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Freeform 122">
                  <a:extLst>
                    <a:ext uri="{FF2B5EF4-FFF2-40B4-BE49-F238E27FC236}">
                      <a16:creationId xmlns:a16="http://schemas.microsoft.com/office/drawing/2014/main" id="{52D9439B-3F8D-789D-98B2-56453E5C4C12}"/>
                    </a:ext>
                  </a:extLst>
                </p:cNvPr>
                <p:cNvSpPr/>
                <p:nvPr/>
              </p:nvSpPr>
              <p:spPr>
                <a:xfrm rot="8892483">
                  <a:off x="10245056" y="2625654"/>
                  <a:ext cx="266447" cy="320948"/>
                </a:xfrm>
                <a:custGeom>
                  <a:avLst/>
                  <a:gdLst>
                    <a:gd name="csX0" fmla="*/ 254336 w 266447"/>
                    <a:gd name="csY0" fmla="*/ 0 h 320948"/>
                    <a:gd name="csX1" fmla="*/ 254336 w 266447"/>
                    <a:gd name="csY1" fmla="*/ 0 h 320948"/>
                    <a:gd name="csX2" fmla="*/ 72667 w 266447"/>
                    <a:gd name="csY2" fmla="*/ 96890 h 320948"/>
                    <a:gd name="csX3" fmla="*/ 0 w 266447"/>
                    <a:gd name="csY3" fmla="*/ 320948 h 320948"/>
                    <a:gd name="csX4" fmla="*/ 187724 w 266447"/>
                    <a:gd name="csY4" fmla="*/ 290670 h 320948"/>
                    <a:gd name="csX5" fmla="*/ 266447 w 266447"/>
                    <a:gd name="csY5" fmla="*/ 102945 h 320948"/>
                    <a:gd name="csX6" fmla="*/ 254336 w 266447"/>
                    <a:gd name="csY6" fmla="*/ 0 h 3209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66447" h="320948">
                      <a:moveTo>
                        <a:pt x="254336" y="0"/>
                      </a:moveTo>
                      <a:lnTo>
                        <a:pt x="254336" y="0"/>
                      </a:lnTo>
                      <a:lnTo>
                        <a:pt x="72667" y="96890"/>
                      </a:lnTo>
                      <a:lnTo>
                        <a:pt x="0" y="320948"/>
                      </a:lnTo>
                      <a:lnTo>
                        <a:pt x="187724" y="290670"/>
                      </a:lnTo>
                      <a:lnTo>
                        <a:pt x="266447" y="102945"/>
                      </a:lnTo>
                      <a:lnTo>
                        <a:pt x="2543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40C7794C-983A-7FE9-577F-FDAD8F164BD9}"/>
                  </a:ext>
                </a:extLst>
              </p:cNvPr>
              <p:cNvSpPr/>
              <p:nvPr/>
            </p:nvSpPr>
            <p:spPr>
              <a:xfrm rot="16918365">
                <a:off x="6606966" y="2333425"/>
                <a:ext cx="265263" cy="324164"/>
              </a:xfrm>
              <a:custGeom>
                <a:avLst/>
                <a:gdLst>
                  <a:gd name="csX0" fmla="*/ 254336 w 266447"/>
                  <a:gd name="csY0" fmla="*/ 0 h 320948"/>
                  <a:gd name="csX1" fmla="*/ 254336 w 266447"/>
                  <a:gd name="csY1" fmla="*/ 0 h 320948"/>
                  <a:gd name="csX2" fmla="*/ 72667 w 266447"/>
                  <a:gd name="csY2" fmla="*/ 96890 h 320948"/>
                  <a:gd name="csX3" fmla="*/ 0 w 266447"/>
                  <a:gd name="csY3" fmla="*/ 320948 h 320948"/>
                  <a:gd name="csX4" fmla="*/ 187724 w 266447"/>
                  <a:gd name="csY4" fmla="*/ 290670 h 320948"/>
                  <a:gd name="csX5" fmla="*/ 266447 w 266447"/>
                  <a:gd name="csY5" fmla="*/ 102945 h 320948"/>
                  <a:gd name="csX6" fmla="*/ 254336 w 266447"/>
                  <a:gd name="csY6" fmla="*/ 0 h 320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6447" h="320948">
                    <a:moveTo>
                      <a:pt x="254336" y="0"/>
                    </a:moveTo>
                    <a:lnTo>
                      <a:pt x="254336" y="0"/>
                    </a:lnTo>
                    <a:lnTo>
                      <a:pt x="72667" y="96890"/>
                    </a:lnTo>
                    <a:lnTo>
                      <a:pt x="0" y="320948"/>
                    </a:lnTo>
                    <a:lnTo>
                      <a:pt x="187724" y="290670"/>
                    </a:lnTo>
                    <a:lnTo>
                      <a:pt x="266447" y="102945"/>
                    </a:lnTo>
                    <a:lnTo>
                      <a:pt x="25433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EA37A5C-80CB-21A8-A310-9430A6F6A4AD}"/>
                </a:ext>
              </a:extLst>
            </p:cNvPr>
            <p:cNvSpPr txBox="1"/>
            <p:nvPr/>
          </p:nvSpPr>
          <p:spPr>
            <a:xfrm>
              <a:off x="7729436" y="3404873"/>
              <a:ext cx="2669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Gurmukhi MN" panose="02020600050405020304" pitchFamily="18" charset="0"/>
                  <a:cs typeface="Gurmukhi MN" panose="02020600050405020304" pitchFamily="18" charset="0"/>
                </a:rPr>
                <a:t>Boreas Workflow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18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Gurmukhi MN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Irwin</dc:creator>
  <cp:lastModifiedBy>Robert Irwin</cp:lastModifiedBy>
  <cp:revision>2</cp:revision>
  <dcterms:created xsi:type="dcterms:W3CDTF">2026-06-04T22:34:45Z</dcterms:created>
  <dcterms:modified xsi:type="dcterms:W3CDTF">2026-06-11T23:07:32Z</dcterms:modified>
</cp:coreProperties>
</file>